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0" r:id="rId1"/>
  </p:sldMasterIdLst>
  <p:notesMasterIdLst>
    <p:notesMasterId r:id="rId3"/>
  </p:notesMasterIdLst>
  <p:handoutMasterIdLst>
    <p:handoutMasterId r:id="rId4"/>
  </p:handoutMasterIdLst>
  <p:sldIdLst>
    <p:sldId id="258" r:id="rId2"/>
  </p:sldIdLst>
  <p:sldSz cx="21945600" cy="32918400"/>
  <p:notesSz cx="7004050" cy="92900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userDrawn="1">
          <p15:clr>
            <a:srgbClr val="A4A3A4"/>
          </p15:clr>
        </p15:guide>
        <p15:guide id="2" pos="691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60" autoAdjust="0"/>
    <p:restoredTop sz="94676" autoAdjust="0"/>
  </p:normalViewPr>
  <p:slideViewPr>
    <p:cSldViewPr>
      <p:cViewPr>
        <p:scale>
          <a:sx n="70" d="100"/>
          <a:sy n="70" d="100"/>
        </p:scale>
        <p:origin x="816" y="-7480"/>
      </p:cViewPr>
      <p:guideLst>
        <p:guide orient="horz" pos="10368"/>
        <p:guide pos="6912"/>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68" d="100"/>
          <a:sy n="68" d="100"/>
        </p:scale>
        <p:origin x="2459" y="2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6A881E9-DDBD-9D1C-848C-759B711ACDCB}"/>
              </a:ext>
            </a:extLst>
          </p:cNvPr>
          <p:cNvSpPr>
            <a:spLocks noGrp="1"/>
          </p:cNvSpPr>
          <p:nvPr>
            <p:ph type="hdr" sz="quarter"/>
          </p:nvPr>
        </p:nvSpPr>
        <p:spPr>
          <a:xfrm>
            <a:off x="0" y="0"/>
            <a:ext cx="3035300" cy="46513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F086DF2-AFEC-8DC9-77E3-0A3E7457C4EB}"/>
              </a:ext>
            </a:extLst>
          </p:cNvPr>
          <p:cNvSpPr>
            <a:spLocks noGrp="1"/>
          </p:cNvSpPr>
          <p:nvPr>
            <p:ph type="dt" sz="quarter" idx="1"/>
          </p:nvPr>
        </p:nvSpPr>
        <p:spPr>
          <a:xfrm>
            <a:off x="3967163" y="0"/>
            <a:ext cx="3035300" cy="465138"/>
          </a:xfrm>
          <a:prstGeom prst="rect">
            <a:avLst/>
          </a:prstGeom>
        </p:spPr>
        <p:txBody>
          <a:bodyPr vert="horz" lIns="91440" tIns="45720" rIns="91440" bIns="45720" rtlCol="0"/>
          <a:lstStyle>
            <a:lvl1pPr algn="r">
              <a:defRPr sz="1200"/>
            </a:lvl1pPr>
          </a:lstStyle>
          <a:p>
            <a:fld id="{932B582C-2CC0-4B80-AE07-643F9FF6B0D2}" type="datetimeFigureOut">
              <a:rPr lang="en-US" smtClean="0"/>
              <a:t>11/17/25</a:t>
            </a:fld>
            <a:endParaRPr lang="en-US"/>
          </a:p>
        </p:txBody>
      </p:sp>
      <p:sp>
        <p:nvSpPr>
          <p:cNvPr id="4" name="Footer Placeholder 3">
            <a:extLst>
              <a:ext uri="{FF2B5EF4-FFF2-40B4-BE49-F238E27FC236}">
                <a16:creationId xmlns:a16="http://schemas.microsoft.com/office/drawing/2014/main" id="{D5499CEB-E1B3-0C8D-E8A1-27E44131A523}"/>
              </a:ext>
            </a:extLst>
          </p:cNvPr>
          <p:cNvSpPr>
            <a:spLocks noGrp="1"/>
          </p:cNvSpPr>
          <p:nvPr>
            <p:ph type="ftr" sz="quarter" idx="2"/>
          </p:nvPr>
        </p:nvSpPr>
        <p:spPr>
          <a:xfrm>
            <a:off x="0" y="8824913"/>
            <a:ext cx="3035300" cy="46513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97780A0-AD31-48EA-0C0F-D862DB7D54B0}"/>
              </a:ext>
            </a:extLst>
          </p:cNvPr>
          <p:cNvSpPr>
            <a:spLocks noGrp="1"/>
          </p:cNvSpPr>
          <p:nvPr>
            <p:ph type="sldNum" sz="quarter" idx="3"/>
          </p:nvPr>
        </p:nvSpPr>
        <p:spPr>
          <a:xfrm>
            <a:off x="3967163" y="8824913"/>
            <a:ext cx="3035300" cy="465137"/>
          </a:xfrm>
          <a:prstGeom prst="rect">
            <a:avLst/>
          </a:prstGeom>
        </p:spPr>
        <p:txBody>
          <a:bodyPr vert="horz" lIns="91440" tIns="45720" rIns="91440" bIns="45720" rtlCol="0" anchor="b"/>
          <a:lstStyle>
            <a:lvl1pPr algn="r">
              <a:defRPr sz="1200"/>
            </a:lvl1pPr>
          </a:lstStyle>
          <a:p>
            <a:fld id="{67866389-E12E-498D-AE08-0C073E9C1523}" type="slidenum">
              <a:rPr lang="en-US" smtClean="0"/>
              <a:t>‹#›</a:t>
            </a:fld>
            <a:endParaRPr lang="en-US"/>
          </a:p>
        </p:txBody>
      </p:sp>
    </p:spTree>
    <p:extLst>
      <p:ext uri="{BB962C8B-B14F-4D97-AF65-F5344CB8AC3E}">
        <p14:creationId xmlns:p14="http://schemas.microsoft.com/office/powerpoint/2010/main" val="15325797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5300"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67163" y="0"/>
            <a:ext cx="3035300" cy="465138"/>
          </a:xfrm>
          <a:prstGeom prst="rect">
            <a:avLst/>
          </a:prstGeom>
        </p:spPr>
        <p:txBody>
          <a:bodyPr vert="horz" lIns="91440" tIns="45720" rIns="91440" bIns="45720" rtlCol="0"/>
          <a:lstStyle>
            <a:lvl1pPr algn="r">
              <a:defRPr sz="1200"/>
            </a:lvl1pPr>
          </a:lstStyle>
          <a:p>
            <a:fld id="{06FF3B7B-C834-4806-85FF-593E379045A3}" type="datetimeFigureOut">
              <a:rPr lang="en-US" smtClean="0"/>
              <a:t>11/17/25</a:t>
            </a:fld>
            <a:endParaRPr lang="en-US"/>
          </a:p>
        </p:txBody>
      </p:sp>
      <p:sp>
        <p:nvSpPr>
          <p:cNvPr id="4" name="Slide Image Placeholder 3"/>
          <p:cNvSpPr>
            <a:spLocks noGrp="1" noRot="1" noChangeAspect="1"/>
          </p:cNvSpPr>
          <p:nvPr>
            <p:ph type="sldImg" idx="2"/>
          </p:nvPr>
        </p:nvSpPr>
        <p:spPr>
          <a:xfrm>
            <a:off x="2457450" y="1162050"/>
            <a:ext cx="2089150" cy="313531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0088" y="4470400"/>
            <a:ext cx="5603875" cy="365918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4913"/>
            <a:ext cx="3035300" cy="4651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67163" y="8824913"/>
            <a:ext cx="3035300" cy="465137"/>
          </a:xfrm>
          <a:prstGeom prst="rect">
            <a:avLst/>
          </a:prstGeom>
        </p:spPr>
        <p:txBody>
          <a:bodyPr vert="horz" lIns="91440" tIns="45720" rIns="91440" bIns="45720" rtlCol="0" anchor="b"/>
          <a:lstStyle>
            <a:lvl1pPr algn="r">
              <a:defRPr sz="1200"/>
            </a:lvl1pPr>
          </a:lstStyle>
          <a:p>
            <a:fld id="{B3986CFD-E46D-4BB1-8F7D-995ADD39C2D9}" type="slidenum">
              <a:rPr lang="en-US" smtClean="0"/>
              <a:t>‹#›</a:t>
            </a:fld>
            <a:endParaRPr lang="en-US"/>
          </a:p>
        </p:txBody>
      </p:sp>
    </p:spTree>
    <p:extLst>
      <p:ext uri="{BB962C8B-B14F-4D97-AF65-F5344CB8AC3E}">
        <p14:creationId xmlns:p14="http://schemas.microsoft.com/office/powerpoint/2010/main" val="630041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1FC7A-9EB0-CA1B-B450-7CA922C3C147}"/>
              </a:ext>
            </a:extLst>
          </p:cNvPr>
          <p:cNvSpPr>
            <a:spLocks noGrp="1"/>
          </p:cNvSpPr>
          <p:nvPr>
            <p:ph type="ctrTitle"/>
          </p:nvPr>
        </p:nvSpPr>
        <p:spPr>
          <a:xfrm>
            <a:off x="2743200" y="5387342"/>
            <a:ext cx="16459200" cy="11460480"/>
          </a:xfrm>
        </p:spPr>
        <p:txBody>
          <a:bodyPr anchor="b"/>
          <a:lstStyle>
            <a:lvl1pPr algn="ctr">
              <a:defRPr sz="10800"/>
            </a:lvl1pPr>
          </a:lstStyle>
          <a:p>
            <a:r>
              <a:rPr lang="en-US"/>
              <a:t>Click to edit Master title style</a:t>
            </a:r>
          </a:p>
        </p:txBody>
      </p:sp>
      <p:sp>
        <p:nvSpPr>
          <p:cNvPr id="3" name="Subtitle 2">
            <a:extLst>
              <a:ext uri="{FF2B5EF4-FFF2-40B4-BE49-F238E27FC236}">
                <a16:creationId xmlns:a16="http://schemas.microsoft.com/office/drawing/2014/main" id="{1CEBDDC6-A990-DDAE-B055-E5D88DBB10D8}"/>
              </a:ext>
            </a:extLst>
          </p:cNvPr>
          <p:cNvSpPr>
            <a:spLocks noGrp="1"/>
          </p:cNvSpPr>
          <p:nvPr>
            <p:ph type="subTitle" idx="1"/>
          </p:nvPr>
        </p:nvSpPr>
        <p:spPr>
          <a:xfrm>
            <a:off x="2743200" y="17289782"/>
            <a:ext cx="16459200" cy="7947658"/>
          </a:xfrm>
        </p:spPr>
        <p:txBody>
          <a:bodyPr/>
          <a:lstStyle>
            <a:lvl1pPr marL="0" indent="0" algn="ctr">
              <a:buNone/>
              <a:defRPr sz="4320"/>
            </a:lvl1pPr>
            <a:lvl2pPr marL="822960" indent="0" algn="ctr">
              <a:buNone/>
              <a:defRPr sz="3600"/>
            </a:lvl2pPr>
            <a:lvl3pPr marL="1645920" indent="0" algn="ctr">
              <a:buNone/>
              <a:defRPr sz="3240"/>
            </a:lvl3pPr>
            <a:lvl4pPr marL="2468880" indent="0" algn="ctr">
              <a:buNone/>
              <a:defRPr sz="2880"/>
            </a:lvl4pPr>
            <a:lvl5pPr marL="3291840" indent="0" algn="ctr">
              <a:buNone/>
              <a:defRPr sz="2880"/>
            </a:lvl5pPr>
            <a:lvl6pPr marL="4114800" indent="0" algn="ctr">
              <a:buNone/>
              <a:defRPr sz="2880"/>
            </a:lvl6pPr>
            <a:lvl7pPr marL="4937760" indent="0" algn="ctr">
              <a:buNone/>
              <a:defRPr sz="2880"/>
            </a:lvl7pPr>
            <a:lvl8pPr marL="5760720" indent="0" algn="ctr">
              <a:buNone/>
              <a:defRPr sz="2880"/>
            </a:lvl8pPr>
            <a:lvl9pPr marL="6583680" indent="0" algn="ctr">
              <a:buNone/>
              <a:defRPr sz="2880"/>
            </a:lvl9pPr>
          </a:lstStyle>
          <a:p>
            <a:r>
              <a:rPr lang="en-US"/>
              <a:t>Click to edit Master subtitle style</a:t>
            </a:r>
          </a:p>
        </p:txBody>
      </p:sp>
      <p:sp>
        <p:nvSpPr>
          <p:cNvPr id="4" name="Date Placeholder 3">
            <a:extLst>
              <a:ext uri="{FF2B5EF4-FFF2-40B4-BE49-F238E27FC236}">
                <a16:creationId xmlns:a16="http://schemas.microsoft.com/office/drawing/2014/main" id="{ADB312AC-69B7-05B1-8F57-0DBCD528DA1A}"/>
              </a:ext>
            </a:extLst>
          </p:cNvPr>
          <p:cNvSpPr>
            <a:spLocks noGrp="1"/>
          </p:cNvSpPr>
          <p:nvPr>
            <p:ph type="dt" sz="half" idx="10"/>
          </p:nvPr>
        </p:nvSpPr>
        <p:spPr/>
        <p:txBody>
          <a:bodyPr/>
          <a:lstStyle/>
          <a:p>
            <a:fld id="{985D6BDF-9D0E-4E2B-85B8-D8F4790360C9}" type="datetimeFigureOut">
              <a:rPr lang="en-US" smtClean="0"/>
              <a:t>11/17/25</a:t>
            </a:fld>
            <a:endParaRPr lang="en-US" dirty="0"/>
          </a:p>
        </p:txBody>
      </p:sp>
      <p:sp>
        <p:nvSpPr>
          <p:cNvPr id="5" name="Footer Placeholder 4">
            <a:extLst>
              <a:ext uri="{FF2B5EF4-FFF2-40B4-BE49-F238E27FC236}">
                <a16:creationId xmlns:a16="http://schemas.microsoft.com/office/drawing/2014/main" id="{8BE926D9-6A49-8731-D911-565261A5344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D5D43BD-EA47-9F69-1230-E60C099E934F}"/>
              </a:ext>
            </a:extLst>
          </p:cNvPr>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39731757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41069-190F-F659-FB8C-F0E5F41419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BECB971-2C86-CCB5-B703-F301C92BD0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AA8F9B-3145-8072-9D0E-C8F8DCA79F82}"/>
              </a:ext>
            </a:extLst>
          </p:cNvPr>
          <p:cNvSpPr>
            <a:spLocks noGrp="1"/>
          </p:cNvSpPr>
          <p:nvPr>
            <p:ph type="dt" sz="half" idx="10"/>
          </p:nvPr>
        </p:nvSpPr>
        <p:spPr/>
        <p:txBody>
          <a:bodyPr/>
          <a:lstStyle/>
          <a:p>
            <a:fld id="{985D6BDF-9D0E-4E2B-85B8-D8F4790360C9}" type="datetimeFigureOut">
              <a:rPr lang="en-US" smtClean="0"/>
              <a:t>11/17/25</a:t>
            </a:fld>
            <a:endParaRPr lang="en-US" dirty="0"/>
          </a:p>
        </p:txBody>
      </p:sp>
      <p:sp>
        <p:nvSpPr>
          <p:cNvPr id="5" name="Footer Placeholder 4">
            <a:extLst>
              <a:ext uri="{FF2B5EF4-FFF2-40B4-BE49-F238E27FC236}">
                <a16:creationId xmlns:a16="http://schemas.microsoft.com/office/drawing/2014/main" id="{3B1FE344-66D7-C1D9-A1F0-2969E1C979C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90AD41-0FA2-8A54-48AD-9501F1E25F6E}"/>
              </a:ext>
            </a:extLst>
          </p:cNvPr>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32831451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8C666-4B06-6FA5-BDA9-7A299246909E}"/>
              </a:ext>
            </a:extLst>
          </p:cNvPr>
          <p:cNvSpPr>
            <a:spLocks noGrp="1"/>
          </p:cNvSpPr>
          <p:nvPr>
            <p:ph type="title"/>
          </p:nvPr>
        </p:nvSpPr>
        <p:spPr>
          <a:xfrm>
            <a:off x="1497330" y="8206745"/>
            <a:ext cx="18928080" cy="13693138"/>
          </a:xfrm>
        </p:spPr>
        <p:txBody>
          <a:bodyPr anchor="b"/>
          <a:lstStyle>
            <a:lvl1pPr>
              <a:defRPr sz="10800"/>
            </a:lvl1pPr>
          </a:lstStyle>
          <a:p>
            <a:r>
              <a:rPr lang="en-US"/>
              <a:t>Click to edit Master title style</a:t>
            </a:r>
          </a:p>
        </p:txBody>
      </p:sp>
      <p:sp>
        <p:nvSpPr>
          <p:cNvPr id="3" name="Text Placeholder 2">
            <a:extLst>
              <a:ext uri="{FF2B5EF4-FFF2-40B4-BE49-F238E27FC236}">
                <a16:creationId xmlns:a16="http://schemas.microsoft.com/office/drawing/2014/main" id="{52E467B9-77F9-35F2-EA12-72FC3AD1DAE1}"/>
              </a:ext>
            </a:extLst>
          </p:cNvPr>
          <p:cNvSpPr>
            <a:spLocks noGrp="1"/>
          </p:cNvSpPr>
          <p:nvPr>
            <p:ph type="body" idx="1"/>
          </p:nvPr>
        </p:nvSpPr>
        <p:spPr>
          <a:xfrm>
            <a:off x="1497330" y="22029425"/>
            <a:ext cx="18928080" cy="7200898"/>
          </a:xfrm>
        </p:spPr>
        <p:txBody>
          <a:bodyPr/>
          <a:lstStyle>
            <a:lvl1pPr marL="0" indent="0">
              <a:buNone/>
              <a:defRPr sz="4320">
                <a:solidFill>
                  <a:schemeClr val="tx1">
                    <a:tint val="75000"/>
                  </a:schemeClr>
                </a:solidFill>
              </a:defRPr>
            </a:lvl1pPr>
            <a:lvl2pPr marL="822960" indent="0">
              <a:buNone/>
              <a:defRPr sz="3600">
                <a:solidFill>
                  <a:schemeClr val="tx1">
                    <a:tint val="75000"/>
                  </a:schemeClr>
                </a:solidFill>
              </a:defRPr>
            </a:lvl2pPr>
            <a:lvl3pPr marL="1645920" indent="0">
              <a:buNone/>
              <a:defRPr sz="3240">
                <a:solidFill>
                  <a:schemeClr val="tx1">
                    <a:tint val="75000"/>
                  </a:schemeClr>
                </a:solidFill>
              </a:defRPr>
            </a:lvl3pPr>
            <a:lvl4pPr marL="2468880" indent="0">
              <a:buNone/>
              <a:defRPr sz="2880">
                <a:solidFill>
                  <a:schemeClr val="tx1">
                    <a:tint val="75000"/>
                  </a:schemeClr>
                </a:solidFill>
              </a:defRPr>
            </a:lvl4pPr>
            <a:lvl5pPr marL="3291840" indent="0">
              <a:buNone/>
              <a:defRPr sz="2880">
                <a:solidFill>
                  <a:schemeClr val="tx1">
                    <a:tint val="75000"/>
                  </a:schemeClr>
                </a:solidFill>
              </a:defRPr>
            </a:lvl5pPr>
            <a:lvl6pPr marL="4114800" indent="0">
              <a:buNone/>
              <a:defRPr sz="2880">
                <a:solidFill>
                  <a:schemeClr val="tx1">
                    <a:tint val="75000"/>
                  </a:schemeClr>
                </a:solidFill>
              </a:defRPr>
            </a:lvl6pPr>
            <a:lvl7pPr marL="4937760" indent="0">
              <a:buNone/>
              <a:defRPr sz="2880">
                <a:solidFill>
                  <a:schemeClr val="tx1">
                    <a:tint val="75000"/>
                  </a:schemeClr>
                </a:solidFill>
              </a:defRPr>
            </a:lvl7pPr>
            <a:lvl8pPr marL="5760720" indent="0">
              <a:buNone/>
              <a:defRPr sz="2880">
                <a:solidFill>
                  <a:schemeClr val="tx1">
                    <a:tint val="75000"/>
                  </a:schemeClr>
                </a:solidFill>
              </a:defRPr>
            </a:lvl8pPr>
            <a:lvl9pPr marL="6583680" indent="0">
              <a:buNone/>
              <a:defRPr sz="288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0F88AC8-D26A-E159-C43F-C0B1DEDAED54}"/>
              </a:ext>
            </a:extLst>
          </p:cNvPr>
          <p:cNvSpPr>
            <a:spLocks noGrp="1"/>
          </p:cNvSpPr>
          <p:nvPr>
            <p:ph type="dt" sz="half" idx="10"/>
          </p:nvPr>
        </p:nvSpPr>
        <p:spPr/>
        <p:txBody>
          <a:bodyPr/>
          <a:lstStyle/>
          <a:p>
            <a:fld id="{985D6BDF-9D0E-4E2B-85B8-D8F4790360C9}" type="datetimeFigureOut">
              <a:rPr lang="en-US" smtClean="0"/>
              <a:t>11/17/25</a:t>
            </a:fld>
            <a:endParaRPr lang="en-US" dirty="0"/>
          </a:p>
        </p:txBody>
      </p:sp>
      <p:sp>
        <p:nvSpPr>
          <p:cNvPr id="5" name="Footer Placeholder 4">
            <a:extLst>
              <a:ext uri="{FF2B5EF4-FFF2-40B4-BE49-F238E27FC236}">
                <a16:creationId xmlns:a16="http://schemas.microsoft.com/office/drawing/2014/main" id="{2E7065DD-882F-01C6-B953-9BAB68F5D5F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46401F3-CFE0-55C4-A450-73FFC97FBE08}"/>
              </a:ext>
            </a:extLst>
          </p:cNvPr>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6748692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4A0AB-517B-576C-1736-075D9512CA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CA60E6-F1D2-58F1-8E0E-AB686658DE0B}"/>
              </a:ext>
            </a:extLst>
          </p:cNvPr>
          <p:cNvSpPr>
            <a:spLocks noGrp="1"/>
          </p:cNvSpPr>
          <p:nvPr>
            <p:ph sz="half" idx="1"/>
          </p:nvPr>
        </p:nvSpPr>
        <p:spPr>
          <a:xfrm>
            <a:off x="1508760" y="8763000"/>
            <a:ext cx="932688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85386BA-74AC-A7EE-B2F3-076DA3A28FE8}"/>
              </a:ext>
            </a:extLst>
          </p:cNvPr>
          <p:cNvSpPr>
            <a:spLocks noGrp="1"/>
          </p:cNvSpPr>
          <p:nvPr>
            <p:ph sz="half" idx="2"/>
          </p:nvPr>
        </p:nvSpPr>
        <p:spPr>
          <a:xfrm>
            <a:off x="11109960" y="8763000"/>
            <a:ext cx="932688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2932943-3531-5C81-144F-D8BFB883B2D4}"/>
              </a:ext>
            </a:extLst>
          </p:cNvPr>
          <p:cNvSpPr>
            <a:spLocks noGrp="1"/>
          </p:cNvSpPr>
          <p:nvPr>
            <p:ph type="dt" sz="half" idx="10"/>
          </p:nvPr>
        </p:nvSpPr>
        <p:spPr/>
        <p:txBody>
          <a:bodyPr/>
          <a:lstStyle/>
          <a:p>
            <a:fld id="{985D6BDF-9D0E-4E2B-85B8-D8F4790360C9}" type="datetimeFigureOut">
              <a:rPr lang="en-US" smtClean="0"/>
              <a:t>11/17/25</a:t>
            </a:fld>
            <a:endParaRPr lang="en-US" dirty="0"/>
          </a:p>
        </p:txBody>
      </p:sp>
      <p:sp>
        <p:nvSpPr>
          <p:cNvPr id="6" name="Footer Placeholder 5">
            <a:extLst>
              <a:ext uri="{FF2B5EF4-FFF2-40B4-BE49-F238E27FC236}">
                <a16:creationId xmlns:a16="http://schemas.microsoft.com/office/drawing/2014/main" id="{4153A694-75B0-7EB9-BD9B-4F2AB0B29BC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4FC3D1C-3405-65C1-6B4F-839D96D38231}"/>
              </a:ext>
            </a:extLst>
          </p:cNvPr>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6620157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4AE5B-034D-74EB-330F-378940F8E5BE}"/>
              </a:ext>
            </a:extLst>
          </p:cNvPr>
          <p:cNvSpPr>
            <a:spLocks noGrp="1"/>
          </p:cNvSpPr>
          <p:nvPr>
            <p:ph type="title"/>
          </p:nvPr>
        </p:nvSpPr>
        <p:spPr>
          <a:xfrm>
            <a:off x="1511618" y="1752603"/>
            <a:ext cx="18928080" cy="6362702"/>
          </a:xfrm>
        </p:spPr>
        <p:txBody>
          <a:bodyPr/>
          <a:lstStyle/>
          <a:p>
            <a:r>
              <a:rPr lang="en-US"/>
              <a:t>Click to edit Master title style</a:t>
            </a:r>
          </a:p>
        </p:txBody>
      </p:sp>
      <p:sp>
        <p:nvSpPr>
          <p:cNvPr id="3" name="Text Placeholder 2">
            <a:extLst>
              <a:ext uri="{FF2B5EF4-FFF2-40B4-BE49-F238E27FC236}">
                <a16:creationId xmlns:a16="http://schemas.microsoft.com/office/drawing/2014/main" id="{94CE378C-A110-7444-9407-0836D51DAF2B}"/>
              </a:ext>
            </a:extLst>
          </p:cNvPr>
          <p:cNvSpPr>
            <a:spLocks noGrp="1"/>
          </p:cNvSpPr>
          <p:nvPr>
            <p:ph type="body" idx="1"/>
          </p:nvPr>
        </p:nvSpPr>
        <p:spPr>
          <a:xfrm>
            <a:off x="1511619" y="8069582"/>
            <a:ext cx="9284017" cy="3954778"/>
          </a:xfrm>
        </p:spPr>
        <p:txBody>
          <a:bodyPr anchor="b"/>
          <a:lstStyle>
            <a:lvl1pPr marL="0" indent="0">
              <a:buNone/>
              <a:defRPr sz="4320" b="1"/>
            </a:lvl1pPr>
            <a:lvl2pPr marL="822960" indent="0">
              <a:buNone/>
              <a:defRPr sz="3600" b="1"/>
            </a:lvl2pPr>
            <a:lvl3pPr marL="1645920" indent="0">
              <a:buNone/>
              <a:defRPr sz="3240" b="1"/>
            </a:lvl3pPr>
            <a:lvl4pPr marL="2468880" indent="0">
              <a:buNone/>
              <a:defRPr sz="2880" b="1"/>
            </a:lvl4pPr>
            <a:lvl5pPr marL="3291840" indent="0">
              <a:buNone/>
              <a:defRPr sz="2880" b="1"/>
            </a:lvl5pPr>
            <a:lvl6pPr marL="4114800" indent="0">
              <a:buNone/>
              <a:defRPr sz="2880" b="1"/>
            </a:lvl6pPr>
            <a:lvl7pPr marL="4937760" indent="0">
              <a:buNone/>
              <a:defRPr sz="2880" b="1"/>
            </a:lvl7pPr>
            <a:lvl8pPr marL="5760720" indent="0">
              <a:buNone/>
              <a:defRPr sz="2880" b="1"/>
            </a:lvl8pPr>
            <a:lvl9pPr marL="6583680" indent="0">
              <a:buNone/>
              <a:defRPr sz="2880" b="1"/>
            </a:lvl9pPr>
          </a:lstStyle>
          <a:p>
            <a:pPr lvl="0"/>
            <a:r>
              <a:rPr lang="en-US"/>
              <a:t>Click to edit Master text styles</a:t>
            </a:r>
          </a:p>
        </p:txBody>
      </p:sp>
      <p:sp>
        <p:nvSpPr>
          <p:cNvPr id="4" name="Content Placeholder 3">
            <a:extLst>
              <a:ext uri="{FF2B5EF4-FFF2-40B4-BE49-F238E27FC236}">
                <a16:creationId xmlns:a16="http://schemas.microsoft.com/office/drawing/2014/main" id="{CEFD40F0-2B37-223C-BFE2-81AD57ECD526}"/>
              </a:ext>
            </a:extLst>
          </p:cNvPr>
          <p:cNvSpPr>
            <a:spLocks noGrp="1"/>
          </p:cNvSpPr>
          <p:nvPr>
            <p:ph sz="half" idx="2"/>
          </p:nvPr>
        </p:nvSpPr>
        <p:spPr>
          <a:xfrm>
            <a:off x="1511619" y="12024360"/>
            <a:ext cx="928401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C352C54-19E0-9AF1-C5F6-F2289AAB0184}"/>
              </a:ext>
            </a:extLst>
          </p:cNvPr>
          <p:cNvSpPr>
            <a:spLocks noGrp="1"/>
          </p:cNvSpPr>
          <p:nvPr>
            <p:ph type="body" sz="quarter" idx="3"/>
          </p:nvPr>
        </p:nvSpPr>
        <p:spPr>
          <a:xfrm>
            <a:off x="11109960" y="8069582"/>
            <a:ext cx="9329738" cy="3954778"/>
          </a:xfrm>
        </p:spPr>
        <p:txBody>
          <a:bodyPr anchor="b"/>
          <a:lstStyle>
            <a:lvl1pPr marL="0" indent="0">
              <a:buNone/>
              <a:defRPr sz="4320" b="1"/>
            </a:lvl1pPr>
            <a:lvl2pPr marL="822960" indent="0">
              <a:buNone/>
              <a:defRPr sz="3600" b="1"/>
            </a:lvl2pPr>
            <a:lvl3pPr marL="1645920" indent="0">
              <a:buNone/>
              <a:defRPr sz="3240" b="1"/>
            </a:lvl3pPr>
            <a:lvl4pPr marL="2468880" indent="0">
              <a:buNone/>
              <a:defRPr sz="2880" b="1"/>
            </a:lvl4pPr>
            <a:lvl5pPr marL="3291840" indent="0">
              <a:buNone/>
              <a:defRPr sz="2880" b="1"/>
            </a:lvl5pPr>
            <a:lvl6pPr marL="4114800" indent="0">
              <a:buNone/>
              <a:defRPr sz="2880" b="1"/>
            </a:lvl6pPr>
            <a:lvl7pPr marL="4937760" indent="0">
              <a:buNone/>
              <a:defRPr sz="2880" b="1"/>
            </a:lvl7pPr>
            <a:lvl8pPr marL="5760720" indent="0">
              <a:buNone/>
              <a:defRPr sz="2880" b="1"/>
            </a:lvl8pPr>
            <a:lvl9pPr marL="6583680" indent="0">
              <a:buNone/>
              <a:defRPr sz="2880" b="1"/>
            </a:lvl9pPr>
          </a:lstStyle>
          <a:p>
            <a:pPr lvl="0"/>
            <a:r>
              <a:rPr lang="en-US"/>
              <a:t>Click to edit Master text styles</a:t>
            </a:r>
          </a:p>
        </p:txBody>
      </p:sp>
      <p:sp>
        <p:nvSpPr>
          <p:cNvPr id="6" name="Content Placeholder 5">
            <a:extLst>
              <a:ext uri="{FF2B5EF4-FFF2-40B4-BE49-F238E27FC236}">
                <a16:creationId xmlns:a16="http://schemas.microsoft.com/office/drawing/2014/main" id="{100DBE3D-A38F-5A05-D7C1-3F690BD2F9AE}"/>
              </a:ext>
            </a:extLst>
          </p:cNvPr>
          <p:cNvSpPr>
            <a:spLocks noGrp="1"/>
          </p:cNvSpPr>
          <p:nvPr>
            <p:ph sz="quarter" idx="4"/>
          </p:nvPr>
        </p:nvSpPr>
        <p:spPr>
          <a:xfrm>
            <a:off x="11109960" y="12024360"/>
            <a:ext cx="9329738"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EB34E7-2BBF-7E66-7A3D-C43DBCB88BF4}"/>
              </a:ext>
            </a:extLst>
          </p:cNvPr>
          <p:cNvSpPr>
            <a:spLocks noGrp="1"/>
          </p:cNvSpPr>
          <p:nvPr>
            <p:ph type="dt" sz="half" idx="10"/>
          </p:nvPr>
        </p:nvSpPr>
        <p:spPr/>
        <p:txBody>
          <a:bodyPr/>
          <a:lstStyle/>
          <a:p>
            <a:fld id="{985D6BDF-9D0E-4E2B-85B8-D8F4790360C9}" type="datetimeFigureOut">
              <a:rPr lang="en-US" smtClean="0"/>
              <a:t>11/17/25</a:t>
            </a:fld>
            <a:endParaRPr lang="en-US" dirty="0"/>
          </a:p>
        </p:txBody>
      </p:sp>
      <p:sp>
        <p:nvSpPr>
          <p:cNvPr id="8" name="Footer Placeholder 7">
            <a:extLst>
              <a:ext uri="{FF2B5EF4-FFF2-40B4-BE49-F238E27FC236}">
                <a16:creationId xmlns:a16="http://schemas.microsoft.com/office/drawing/2014/main" id="{43D00E59-FE7D-DF26-3E01-35F37647D8C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A87D0A20-8A5E-5EA7-6093-B0281D4F749C}"/>
              </a:ext>
            </a:extLst>
          </p:cNvPr>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37132368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D0344-4F83-F90B-AC70-BC4917BA694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B42929-9546-627F-21D2-6218D8AB9B0B}"/>
              </a:ext>
            </a:extLst>
          </p:cNvPr>
          <p:cNvSpPr>
            <a:spLocks noGrp="1"/>
          </p:cNvSpPr>
          <p:nvPr>
            <p:ph type="dt" sz="half" idx="10"/>
          </p:nvPr>
        </p:nvSpPr>
        <p:spPr/>
        <p:txBody>
          <a:bodyPr/>
          <a:lstStyle/>
          <a:p>
            <a:fld id="{985D6BDF-9D0E-4E2B-85B8-D8F4790360C9}" type="datetimeFigureOut">
              <a:rPr lang="en-US" smtClean="0"/>
              <a:t>11/17/25</a:t>
            </a:fld>
            <a:endParaRPr lang="en-US" dirty="0"/>
          </a:p>
        </p:txBody>
      </p:sp>
      <p:sp>
        <p:nvSpPr>
          <p:cNvPr id="4" name="Footer Placeholder 3">
            <a:extLst>
              <a:ext uri="{FF2B5EF4-FFF2-40B4-BE49-F238E27FC236}">
                <a16:creationId xmlns:a16="http://schemas.microsoft.com/office/drawing/2014/main" id="{CEE616E9-42B4-A18E-27D6-CFC066428751}"/>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E58327D6-44A6-75A2-3968-252F65284981}"/>
              </a:ext>
            </a:extLst>
          </p:cNvPr>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3904889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D2BAA0-8B00-9D1A-E0CF-3ADA79CEF89F}"/>
              </a:ext>
            </a:extLst>
          </p:cNvPr>
          <p:cNvSpPr>
            <a:spLocks noGrp="1"/>
          </p:cNvSpPr>
          <p:nvPr>
            <p:ph type="dt" sz="half" idx="10"/>
          </p:nvPr>
        </p:nvSpPr>
        <p:spPr/>
        <p:txBody>
          <a:bodyPr/>
          <a:lstStyle/>
          <a:p>
            <a:fld id="{985D6BDF-9D0E-4E2B-85B8-D8F4790360C9}" type="datetimeFigureOut">
              <a:rPr lang="en-US" smtClean="0"/>
              <a:t>11/17/25</a:t>
            </a:fld>
            <a:endParaRPr lang="en-US" dirty="0"/>
          </a:p>
        </p:txBody>
      </p:sp>
      <p:sp>
        <p:nvSpPr>
          <p:cNvPr id="3" name="Footer Placeholder 2">
            <a:extLst>
              <a:ext uri="{FF2B5EF4-FFF2-40B4-BE49-F238E27FC236}">
                <a16:creationId xmlns:a16="http://schemas.microsoft.com/office/drawing/2014/main" id="{BC34FFDB-D905-27EB-76D1-AB33FAE4C12A}"/>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8D93284A-EFF3-5C98-83FE-125DFE331339}"/>
              </a:ext>
            </a:extLst>
          </p:cNvPr>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14643738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4E1BF-966E-4A5D-5782-FAE1C30D4DFD}"/>
              </a:ext>
            </a:extLst>
          </p:cNvPr>
          <p:cNvSpPr>
            <a:spLocks noGrp="1"/>
          </p:cNvSpPr>
          <p:nvPr>
            <p:ph type="title"/>
          </p:nvPr>
        </p:nvSpPr>
        <p:spPr>
          <a:xfrm>
            <a:off x="1511619" y="2194560"/>
            <a:ext cx="7078027" cy="7680960"/>
          </a:xfrm>
        </p:spPr>
        <p:txBody>
          <a:bodyPr anchor="b"/>
          <a:lstStyle>
            <a:lvl1pPr>
              <a:defRPr sz="5760"/>
            </a:lvl1pPr>
          </a:lstStyle>
          <a:p>
            <a:r>
              <a:rPr lang="en-US"/>
              <a:t>Click to edit Master title style</a:t>
            </a:r>
          </a:p>
        </p:txBody>
      </p:sp>
      <p:sp>
        <p:nvSpPr>
          <p:cNvPr id="3" name="Content Placeholder 2">
            <a:extLst>
              <a:ext uri="{FF2B5EF4-FFF2-40B4-BE49-F238E27FC236}">
                <a16:creationId xmlns:a16="http://schemas.microsoft.com/office/drawing/2014/main" id="{1CDB145D-C8E0-3FA6-4092-5245712919AC}"/>
              </a:ext>
            </a:extLst>
          </p:cNvPr>
          <p:cNvSpPr>
            <a:spLocks noGrp="1"/>
          </p:cNvSpPr>
          <p:nvPr>
            <p:ph idx="1"/>
          </p:nvPr>
        </p:nvSpPr>
        <p:spPr>
          <a:xfrm>
            <a:off x="9329738" y="4739642"/>
            <a:ext cx="11109960" cy="23393400"/>
          </a:xfrm>
        </p:spPr>
        <p:txBody>
          <a:bodyPr/>
          <a:lstStyle>
            <a:lvl1pPr>
              <a:defRPr sz="5760"/>
            </a:lvl1pPr>
            <a:lvl2pPr>
              <a:defRPr sz="5040"/>
            </a:lvl2pPr>
            <a:lvl3pPr>
              <a:defRPr sz="4320"/>
            </a:lvl3pPr>
            <a:lvl4pPr>
              <a:defRPr sz="3600"/>
            </a:lvl4pPr>
            <a:lvl5pPr>
              <a:defRPr sz="36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9A16FB4-90B6-4929-3B89-61E8681F1AA4}"/>
              </a:ext>
            </a:extLst>
          </p:cNvPr>
          <p:cNvSpPr>
            <a:spLocks noGrp="1"/>
          </p:cNvSpPr>
          <p:nvPr>
            <p:ph type="body" sz="half" idx="2"/>
          </p:nvPr>
        </p:nvSpPr>
        <p:spPr>
          <a:xfrm>
            <a:off x="1511619" y="9875520"/>
            <a:ext cx="7078027" cy="18295622"/>
          </a:xfrm>
        </p:spPr>
        <p:txBody>
          <a:bodyPr/>
          <a:lstStyle>
            <a:lvl1pPr marL="0" indent="0">
              <a:buNone/>
              <a:defRPr sz="2880"/>
            </a:lvl1pPr>
            <a:lvl2pPr marL="822960" indent="0">
              <a:buNone/>
              <a:defRPr sz="2520"/>
            </a:lvl2pPr>
            <a:lvl3pPr marL="1645920" indent="0">
              <a:buNone/>
              <a:defRPr sz="2160"/>
            </a:lvl3pPr>
            <a:lvl4pPr marL="2468880" indent="0">
              <a:buNone/>
              <a:defRPr sz="1800"/>
            </a:lvl4pPr>
            <a:lvl5pPr marL="3291840" indent="0">
              <a:buNone/>
              <a:defRPr sz="1800"/>
            </a:lvl5pPr>
            <a:lvl6pPr marL="4114800" indent="0">
              <a:buNone/>
              <a:defRPr sz="1800"/>
            </a:lvl6pPr>
            <a:lvl7pPr marL="4937760" indent="0">
              <a:buNone/>
              <a:defRPr sz="1800"/>
            </a:lvl7pPr>
            <a:lvl8pPr marL="5760720" indent="0">
              <a:buNone/>
              <a:defRPr sz="1800"/>
            </a:lvl8pPr>
            <a:lvl9pPr marL="6583680" indent="0">
              <a:buNone/>
              <a:defRPr sz="1800"/>
            </a:lvl9pPr>
          </a:lstStyle>
          <a:p>
            <a:pPr lvl="0"/>
            <a:r>
              <a:rPr lang="en-US"/>
              <a:t>Click to edit Master text styles</a:t>
            </a:r>
          </a:p>
        </p:txBody>
      </p:sp>
      <p:sp>
        <p:nvSpPr>
          <p:cNvPr id="5" name="Date Placeholder 4">
            <a:extLst>
              <a:ext uri="{FF2B5EF4-FFF2-40B4-BE49-F238E27FC236}">
                <a16:creationId xmlns:a16="http://schemas.microsoft.com/office/drawing/2014/main" id="{272103C7-6A17-09F1-4581-248CCCA8A27F}"/>
              </a:ext>
            </a:extLst>
          </p:cNvPr>
          <p:cNvSpPr>
            <a:spLocks noGrp="1"/>
          </p:cNvSpPr>
          <p:nvPr>
            <p:ph type="dt" sz="half" idx="10"/>
          </p:nvPr>
        </p:nvSpPr>
        <p:spPr/>
        <p:txBody>
          <a:bodyPr/>
          <a:lstStyle/>
          <a:p>
            <a:fld id="{985D6BDF-9D0E-4E2B-85B8-D8F4790360C9}" type="datetimeFigureOut">
              <a:rPr lang="en-US" smtClean="0"/>
              <a:t>11/17/25</a:t>
            </a:fld>
            <a:endParaRPr lang="en-US" dirty="0"/>
          </a:p>
        </p:txBody>
      </p:sp>
      <p:sp>
        <p:nvSpPr>
          <p:cNvPr id="6" name="Footer Placeholder 5">
            <a:extLst>
              <a:ext uri="{FF2B5EF4-FFF2-40B4-BE49-F238E27FC236}">
                <a16:creationId xmlns:a16="http://schemas.microsoft.com/office/drawing/2014/main" id="{85FDA74D-C207-DB6F-4F19-5976AE83BFB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F7ECF0C-DCE0-34E4-9345-9D8A390E75AE}"/>
              </a:ext>
            </a:extLst>
          </p:cNvPr>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3253682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7D6D5-BBC2-67EB-DD71-A700F16E41B3}"/>
              </a:ext>
            </a:extLst>
          </p:cNvPr>
          <p:cNvSpPr>
            <a:spLocks noGrp="1"/>
          </p:cNvSpPr>
          <p:nvPr>
            <p:ph type="title"/>
          </p:nvPr>
        </p:nvSpPr>
        <p:spPr>
          <a:xfrm>
            <a:off x="1511619" y="2194560"/>
            <a:ext cx="7078027" cy="7680960"/>
          </a:xfrm>
        </p:spPr>
        <p:txBody>
          <a:bodyPr anchor="b"/>
          <a:lstStyle>
            <a:lvl1pPr>
              <a:defRPr sz="5760"/>
            </a:lvl1pPr>
          </a:lstStyle>
          <a:p>
            <a:r>
              <a:rPr lang="en-US"/>
              <a:t>Click to edit Master title style</a:t>
            </a:r>
          </a:p>
        </p:txBody>
      </p:sp>
      <p:sp>
        <p:nvSpPr>
          <p:cNvPr id="3" name="Picture Placeholder 2">
            <a:extLst>
              <a:ext uri="{FF2B5EF4-FFF2-40B4-BE49-F238E27FC236}">
                <a16:creationId xmlns:a16="http://schemas.microsoft.com/office/drawing/2014/main" id="{3E4B1D25-9735-110C-8CA8-ADAB7DF482D3}"/>
              </a:ext>
            </a:extLst>
          </p:cNvPr>
          <p:cNvSpPr>
            <a:spLocks noGrp="1"/>
          </p:cNvSpPr>
          <p:nvPr>
            <p:ph type="pic" idx="1"/>
          </p:nvPr>
        </p:nvSpPr>
        <p:spPr>
          <a:xfrm>
            <a:off x="9329738" y="4739642"/>
            <a:ext cx="11109960" cy="23393400"/>
          </a:xfrm>
        </p:spPr>
        <p:txBody>
          <a:bodyPr/>
          <a:lstStyle>
            <a:lvl1pPr marL="0" indent="0">
              <a:buNone/>
              <a:defRPr sz="5760"/>
            </a:lvl1pPr>
            <a:lvl2pPr marL="822960" indent="0">
              <a:buNone/>
              <a:defRPr sz="5040"/>
            </a:lvl2pPr>
            <a:lvl3pPr marL="1645920" indent="0">
              <a:buNone/>
              <a:defRPr sz="4320"/>
            </a:lvl3pPr>
            <a:lvl4pPr marL="2468880" indent="0">
              <a:buNone/>
              <a:defRPr sz="3600"/>
            </a:lvl4pPr>
            <a:lvl5pPr marL="3291840" indent="0">
              <a:buNone/>
              <a:defRPr sz="3600"/>
            </a:lvl5pPr>
            <a:lvl6pPr marL="4114800" indent="0">
              <a:buNone/>
              <a:defRPr sz="3600"/>
            </a:lvl6pPr>
            <a:lvl7pPr marL="4937760" indent="0">
              <a:buNone/>
              <a:defRPr sz="3600"/>
            </a:lvl7pPr>
            <a:lvl8pPr marL="5760720" indent="0">
              <a:buNone/>
              <a:defRPr sz="3600"/>
            </a:lvl8pPr>
            <a:lvl9pPr marL="6583680" indent="0">
              <a:buNone/>
              <a:defRPr sz="3600"/>
            </a:lvl9pPr>
          </a:lstStyle>
          <a:p>
            <a:endParaRPr lang="en-US"/>
          </a:p>
        </p:txBody>
      </p:sp>
      <p:sp>
        <p:nvSpPr>
          <p:cNvPr id="4" name="Text Placeholder 3">
            <a:extLst>
              <a:ext uri="{FF2B5EF4-FFF2-40B4-BE49-F238E27FC236}">
                <a16:creationId xmlns:a16="http://schemas.microsoft.com/office/drawing/2014/main" id="{A153269E-83F7-CCDD-8AB5-3163B03D16E2}"/>
              </a:ext>
            </a:extLst>
          </p:cNvPr>
          <p:cNvSpPr>
            <a:spLocks noGrp="1"/>
          </p:cNvSpPr>
          <p:nvPr>
            <p:ph type="body" sz="half" idx="2"/>
          </p:nvPr>
        </p:nvSpPr>
        <p:spPr>
          <a:xfrm>
            <a:off x="1511619" y="9875520"/>
            <a:ext cx="7078027" cy="18295622"/>
          </a:xfrm>
        </p:spPr>
        <p:txBody>
          <a:bodyPr/>
          <a:lstStyle>
            <a:lvl1pPr marL="0" indent="0">
              <a:buNone/>
              <a:defRPr sz="2880"/>
            </a:lvl1pPr>
            <a:lvl2pPr marL="822960" indent="0">
              <a:buNone/>
              <a:defRPr sz="2520"/>
            </a:lvl2pPr>
            <a:lvl3pPr marL="1645920" indent="0">
              <a:buNone/>
              <a:defRPr sz="2160"/>
            </a:lvl3pPr>
            <a:lvl4pPr marL="2468880" indent="0">
              <a:buNone/>
              <a:defRPr sz="1800"/>
            </a:lvl4pPr>
            <a:lvl5pPr marL="3291840" indent="0">
              <a:buNone/>
              <a:defRPr sz="1800"/>
            </a:lvl5pPr>
            <a:lvl6pPr marL="4114800" indent="0">
              <a:buNone/>
              <a:defRPr sz="1800"/>
            </a:lvl6pPr>
            <a:lvl7pPr marL="4937760" indent="0">
              <a:buNone/>
              <a:defRPr sz="1800"/>
            </a:lvl7pPr>
            <a:lvl8pPr marL="5760720" indent="0">
              <a:buNone/>
              <a:defRPr sz="1800"/>
            </a:lvl8pPr>
            <a:lvl9pPr marL="6583680" indent="0">
              <a:buNone/>
              <a:defRPr sz="1800"/>
            </a:lvl9pPr>
          </a:lstStyle>
          <a:p>
            <a:pPr lvl="0"/>
            <a:r>
              <a:rPr lang="en-US"/>
              <a:t>Click to edit Master text styles</a:t>
            </a:r>
          </a:p>
        </p:txBody>
      </p:sp>
      <p:sp>
        <p:nvSpPr>
          <p:cNvPr id="5" name="Date Placeholder 4">
            <a:extLst>
              <a:ext uri="{FF2B5EF4-FFF2-40B4-BE49-F238E27FC236}">
                <a16:creationId xmlns:a16="http://schemas.microsoft.com/office/drawing/2014/main" id="{007EEFDF-4B4C-C222-F8EC-BDC4AB13EF74}"/>
              </a:ext>
            </a:extLst>
          </p:cNvPr>
          <p:cNvSpPr>
            <a:spLocks noGrp="1"/>
          </p:cNvSpPr>
          <p:nvPr>
            <p:ph type="dt" sz="half" idx="10"/>
          </p:nvPr>
        </p:nvSpPr>
        <p:spPr/>
        <p:txBody>
          <a:bodyPr/>
          <a:lstStyle/>
          <a:p>
            <a:fld id="{985D6BDF-9D0E-4E2B-85B8-D8F4790360C9}" type="datetimeFigureOut">
              <a:rPr lang="en-US" smtClean="0"/>
              <a:t>11/17/25</a:t>
            </a:fld>
            <a:endParaRPr lang="en-US" dirty="0"/>
          </a:p>
        </p:txBody>
      </p:sp>
      <p:sp>
        <p:nvSpPr>
          <p:cNvPr id="6" name="Footer Placeholder 5">
            <a:extLst>
              <a:ext uri="{FF2B5EF4-FFF2-40B4-BE49-F238E27FC236}">
                <a16:creationId xmlns:a16="http://schemas.microsoft.com/office/drawing/2014/main" id="{E4E93FEE-4B81-D1CA-2EE6-36DA1A39D0D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01A1839-B865-C2E1-D27E-FA1F8EF399C6}"/>
              </a:ext>
            </a:extLst>
          </p:cNvPr>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944644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E9CC7-3CCA-4853-E81D-4C48A67ABB5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67EB8B3-00AA-32F2-233A-8A7AE5EAF6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8EE5C1-6305-25FC-B40A-186CC0D037E9}"/>
              </a:ext>
            </a:extLst>
          </p:cNvPr>
          <p:cNvSpPr>
            <a:spLocks noGrp="1"/>
          </p:cNvSpPr>
          <p:nvPr>
            <p:ph type="dt" sz="half" idx="10"/>
          </p:nvPr>
        </p:nvSpPr>
        <p:spPr/>
        <p:txBody>
          <a:bodyPr/>
          <a:lstStyle/>
          <a:p>
            <a:fld id="{985D6BDF-9D0E-4E2B-85B8-D8F4790360C9}" type="datetimeFigureOut">
              <a:rPr lang="en-US" smtClean="0"/>
              <a:t>11/17/25</a:t>
            </a:fld>
            <a:endParaRPr lang="en-US" dirty="0"/>
          </a:p>
        </p:txBody>
      </p:sp>
      <p:sp>
        <p:nvSpPr>
          <p:cNvPr id="5" name="Footer Placeholder 4">
            <a:extLst>
              <a:ext uri="{FF2B5EF4-FFF2-40B4-BE49-F238E27FC236}">
                <a16:creationId xmlns:a16="http://schemas.microsoft.com/office/drawing/2014/main" id="{4A67CC02-8947-C07A-694E-551D4EBB500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B72DD83-8238-4E84-F3DD-B10C7C52E70D}"/>
              </a:ext>
            </a:extLst>
          </p:cNvPr>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31985259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7B08E4-CF14-163E-3888-FBE311B1D4B6}"/>
              </a:ext>
            </a:extLst>
          </p:cNvPr>
          <p:cNvSpPr>
            <a:spLocks noGrp="1"/>
          </p:cNvSpPr>
          <p:nvPr>
            <p:ph type="title" orient="vert"/>
          </p:nvPr>
        </p:nvSpPr>
        <p:spPr>
          <a:xfrm>
            <a:off x="15704820" y="1752600"/>
            <a:ext cx="4732020" cy="27896822"/>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265F160-AE55-3CEC-A48D-3620DD64DBB7}"/>
              </a:ext>
            </a:extLst>
          </p:cNvPr>
          <p:cNvSpPr>
            <a:spLocks noGrp="1"/>
          </p:cNvSpPr>
          <p:nvPr>
            <p:ph type="body" orient="vert" idx="1"/>
          </p:nvPr>
        </p:nvSpPr>
        <p:spPr>
          <a:xfrm>
            <a:off x="1508760" y="1752600"/>
            <a:ext cx="1392174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2CE6B6-271E-C0C5-F3FC-5F91978A5CFC}"/>
              </a:ext>
            </a:extLst>
          </p:cNvPr>
          <p:cNvSpPr>
            <a:spLocks noGrp="1"/>
          </p:cNvSpPr>
          <p:nvPr>
            <p:ph type="dt" sz="half" idx="10"/>
          </p:nvPr>
        </p:nvSpPr>
        <p:spPr/>
        <p:txBody>
          <a:bodyPr/>
          <a:lstStyle/>
          <a:p>
            <a:fld id="{985D6BDF-9D0E-4E2B-85B8-D8F4790360C9}" type="datetimeFigureOut">
              <a:rPr lang="en-US" smtClean="0"/>
              <a:t>11/17/25</a:t>
            </a:fld>
            <a:endParaRPr lang="en-US" dirty="0"/>
          </a:p>
        </p:txBody>
      </p:sp>
      <p:sp>
        <p:nvSpPr>
          <p:cNvPr id="5" name="Footer Placeholder 4">
            <a:extLst>
              <a:ext uri="{FF2B5EF4-FFF2-40B4-BE49-F238E27FC236}">
                <a16:creationId xmlns:a16="http://schemas.microsoft.com/office/drawing/2014/main" id="{0B4DA62A-CA72-B89C-9615-3225DC2CABB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1B26B84-6BE3-1CED-A15A-D31F7497090D}"/>
              </a:ext>
            </a:extLst>
          </p:cNvPr>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34435798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15" name="Rectangle 14"/>
          <p:cNvSpPr/>
          <p:nvPr userDrawn="1"/>
        </p:nvSpPr>
        <p:spPr>
          <a:xfrm>
            <a:off x="21518880" y="0"/>
            <a:ext cx="426720" cy="329184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endParaRPr lang="en-US" sz="6400" dirty="0"/>
          </a:p>
        </p:txBody>
      </p:sp>
      <p:sp>
        <p:nvSpPr>
          <p:cNvPr id="16" name="Rectangle 15"/>
          <p:cNvSpPr/>
          <p:nvPr userDrawn="1"/>
        </p:nvSpPr>
        <p:spPr>
          <a:xfrm>
            <a:off x="-1" y="0"/>
            <a:ext cx="426720" cy="329184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endParaRPr lang="en-US" sz="6400" dirty="0"/>
          </a:p>
        </p:txBody>
      </p:sp>
      <p:sp>
        <p:nvSpPr>
          <p:cNvPr id="17" name="Rectangle 16"/>
          <p:cNvSpPr/>
          <p:nvPr userDrawn="1"/>
        </p:nvSpPr>
        <p:spPr>
          <a:xfrm>
            <a:off x="0" y="0"/>
            <a:ext cx="21945600" cy="41148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endParaRPr lang="en-US" sz="6400" dirty="0"/>
          </a:p>
        </p:txBody>
      </p:sp>
      <p:sp>
        <p:nvSpPr>
          <p:cNvPr id="18" name="Rectangle 17"/>
          <p:cNvSpPr/>
          <p:nvPr userDrawn="1"/>
        </p:nvSpPr>
        <p:spPr>
          <a:xfrm>
            <a:off x="0" y="28803600"/>
            <a:ext cx="21945600" cy="41148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endParaRPr lang="en-US" sz="6400" dirty="0"/>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8288001" y="32613600"/>
            <a:ext cx="3531623" cy="185928"/>
          </a:xfrm>
          <a:prstGeom prst="rect">
            <a:avLst/>
          </a:prstGeom>
        </p:spPr>
      </p:pic>
    </p:spTree>
    <p:extLst>
      <p:ext uri="{BB962C8B-B14F-4D97-AF65-F5344CB8AC3E}">
        <p14:creationId xmlns:p14="http://schemas.microsoft.com/office/powerpoint/2010/main" val="3453324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527CD6-FE6C-4D99-6902-B9F2DE0DAF54}"/>
              </a:ext>
            </a:extLst>
          </p:cNvPr>
          <p:cNvSpPr>
            <a:spLocks noGrp="1"/>
          </p:cNvSpPr>
          <p:nvPr>
            <p:ph type="title"/>
          </p:nvPr>
        </p:nvSpPr>
        <p:spPr>
          <a:xfrm>
            <a:off x="1508760" y="1752603"/>
            <a:ext cx="18928080" cy="6362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252F58E-8567-A49A-B00C-7DE56D2074CF}"/>
              </a:ext>
            </a:extLst>
          </p:cNvPr>
          <p:cNvSpPr>
            <a:spLocks noGrp="1"/>
          </p:cNvSpPr>
          <p:nvPr>
            <p:ph type="body" idx="1"/>
          </p:nvPr>
        </p:nvSpPr>
        <p:spPr>
          <a:xfrm>
            <a:off x="1508760" y="8763000"/>
            <a:ext cx="1892808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81A31C-4B81-8B99-928F-025517313253}"/>
              </a:ext>
            </a:extLst>
          </p:cNvPr>
          <p:cNvSpPr>
            <a:spLocks noGrp="1"/>
          </p:cNvSpPr>
          <p:nvPr>
            <p:ph type="dt" sz="half" idx="2"/>
          </p:nvPr>
        </p:nvSpPr>
        <p:spPr>
          <a:xfrm>
            <a:off x="1508760" y="30510482"/>
            <a:ext cx="4937760" cy="1752600"/>
          </a:xfrm>
          <a:prstGeom prst="rect">
            <a:avLst/>
          </a:prstGeom>
        </p:spPr>
        <p:txBody>
          <a:bodyPr vert="horz" lIns="91440" tIns="45720" rIns="91440" bIns="45720" rtlCol="0" anchor="ctr"/>
          <a:lstStyle>
            <a:lvl1pPr algn="l">
              <a:defRPr sz="2160">
                <a:solidFill>
                  <a:schemeClr val="tx1">
                    <a:tint val="75000"/>
                  </a:schemeClr>
                </a:solidFill>
              </a:defRPr>
            </a:lvl1pPr>
          </a:lstStyle>
          <a:p>
            <a:fld id="{985D6BDF-9D0E-4E2B-85B8-D8F4790360C9}" type="datetimeFigureOut">
              <a:rPr lang="en-US" smtClean="0"/>
              <a:t>11/17/25</a:t>
            </a:fld>
            <a:endParaRPr lang="en-US" dirty="0"/>
          </a:p>
        </p:txBody>
      </p:sp>
      <p:sp>
        <p:nvSpPr>
          <p:cNvPr id="5" name="Footer Placeholder 4">
            <a:extLst>
              <a:ext uri="{FF2B5EF4-FFF2-40B4-BE49-F238E27FC236}">
                <a16:creationId xmlns:a16="http://schemas.microsoft.com/office/drawing/2014/main" id="{4D9EC778-4A6A-1A2A-C9CD-C334DC7AFB6A}"/>
              </a:ext>
            </a:extLst>
          </p:cNvPr>
          <p:cNvSpPr>
            <a:spLocks noGrp="1"/>
          </p:cNvSpPr>
          <p:nvPr>
            <p:ph type="ftr" sz="quarter" idx="3"/>
          </p:nvPr>
        </p:nvSpPr>
        <p:spPr>
          <a:xfrm>
            <a:off x="7269480" y="30510482"/>
            <a:ext cx="7406640" cy="1752600"/>
          </a:xfrm>
          <a:prstGeom prst="rect">
            <a:avLst/>
          </a:prstGeom>
        </p:spPr>
        <p:txBody>
          <a:bodyPr vert="horz" lIns="91440" tIns="45720" rIns="91440" bIns="45720" rtlCol="0" anchor="ctr"/>
          <a:lstStyle>
            <a:lvl1pPr algn="ctr">
              <a:defRPr sz="216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3923738-A860-614A-D1A3-8ACAFDBE9571}"/>
              </a:ext>
            </a:extLst>
          </p:cNvPr>
          <p:cNvSpPr>
            <a:spLocks noGrp="1"/>
          </p:cNvSpPr>
          <p:nvPr>
            <p:ph type="sldNum" sz="quarter" idx="4"/>
          </p:nvPr>
        </p:nvSpPr>
        <p:spPr>
          <a:xfrm>
            <a:off x="15499080" y="30510482"/>
            <a:ext cx="4937760" cy="1752600"/>
          </a:xfrm>
          <a:prstGeom prst="rect">
            <a:avLst/>
          </a:prstGeom>
        </p:spPr>
        <p:txBody>
          <a:bodyPr vert="horz" lIns="91440" tIns="45720" rIns="91440" bIns="45720" rtlCol="0" anchor="ctr"/>
          <a:lstStyle>
            <a:lvl1pPr algn="r">
              <a:defRPr sz="2160">
                <a:solidFill>
                  <a:schemeClr val="tx1">
                    <a:tint val="75000"/>
                  </a:schemeClr>
                </a:solidFill>
              </a:defRPr>
            </a:lvl1pPr>
          </a:lstStyle>
          <a:p>
            <a:fld id="{FBB075EA-769C-4ECD-B48E-D6FCDC24F876}" type="slidenum">
              <a:rPr lang="en-US" smtClean="0"/>
              <a:t>‹#›</a:t>
            </a:fld>
            <a:endParaRPr lang="en-US" dirty="0"/>
          </a:p>
        </p:txBody>
      </p:sp>
    </p:spTree>
    <p:extLst>
      <p:ext uri="{BB962C8B-B14F-4D97-AF65-F5344CB8AC3E}">
        <p14:creationId xmlns:p14="http://schemas.microsoft.com/office/powerpoint/2010/main" val="341878631"/>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 id="2147483752" r:id="rId12"/>
  </p:sldLayoutIdLst>
  <p:txStyles>
    <p:titleStyle>
      <a:lvl1pPr algn="l" defTabSz="1645920" rtl="0" eaLnBrk="1" latinLnBrk="0" hangingPunct="1">
        <a:lnSpc>
          <a:spcPct val="90000"/>
        </a:lnSpc>
        <a:spcBef>
          <a:spcPct val="0"/>
        </a:spcBef>
        <a:buNone/>
        <a:defRPr sz="7920" kern="1200">
          <a:solidFill>
            <a:schemeClr val="tx1"/>
          </a:solidFill>
          <a:latin typeface="+mj-lt"/>
          <a:ea typeface="+mj-ea"/>
          <a:cs typeface="+mj-cs"/>
        </a:defRPr>
      </a:lvl1pPr>
    </p:titleStyle>
    <p:bodyStyle>
      <a:lvl1pPr marL="411480" indent="-411480" algn="l" defTabSz="1645920" rtl="0" eaLnBrk="1" latinLnBrk="0" hangingPunct="1">
        <a:lnSpc>
          <a:spcPct val="90000"/>
        </a:lnSpc>
        <a:spcBef>
          <a:spcPts val="1800"/>
        </a:spcBef>
        <a:buFont typeface="Arial" panose="020B0604020202020204" pitchFamily="34" charset="0"/>
        <a:buChar char="•"/>
        <a:defRPr sz="5040" kern="1200">
          <a:solidFill>
            <a:schemeClr val="tx1"/>
          </a:solidFill>
          <a:latin typeface="+mn-lt"/>
          <a:ea typeface="+mn-ea"/>
          <a:cs typeface="+mn-cs"/>
        </a:defRPr>
      </a:lvl1pPr>
      <a:lvl2pPr marL="1234440" indent="-411480" algn="l" defTabSz="1645920" rtl="0" eaLnBrk="1" latinLnBrk="0" hangingPunct="1">
        <a:lnSpc>
          <a:spcPct val="90000"/>
        </a:lnSpc>
        <a:spcBef>
          <a:spcPts val="900"/>
        </a:spcBef>
        <a:buFont typeface="Arial" panose="020B0604020202020204" pitchFamily="34" charset="0"/>
        <a:buChar char="•"/>
        <a:defRPr sz="4320" kern="1200">
          <a:solidFill>
            <a:schemeClr val="tx1"/>
          </a:solidFill>
          <a:latin typeface="+mn-lt"/>
          <a:ea typeface="+mn-ea"/>
          <a:cs typeface="+mn-cs"/>
        </a:defRPr>
      </a:lvl2pPr>
      <a:lvl3pPr marL="2057400" indent="-411480" algn="l" defTabSz="1645920" rtl="0" eaLnBrk="1" latinLnBrk="0" hangingPunct="1">
        <a:lnSpc>
          <a:spcPct val="90000"/>
        </a:lnSpc>
        <a:spcBef>
          <a:spcPts val="900"/>
        </a:spcBef>
        <a:buFont typeface="Arial" panose="020B0604020202020204" pitchFamily="34" charset="0"/>
        <a:buChar char="•"/>
        <a:defRPr sz="3600" kern="1200">
          <a:solidFill>
            <a:schemeClr val="tx1"/>
          </a:solidFill>
          <a:latin typeface="+mn-lt"/>
          <a:ea typeface="+mn-ea"/>
          <a:cs typeface="+mn-cs"/>
        </a:defRPr>
      </a:lvl3pPr>
      <a:lvl4pPr marL="2880360" indent="-411480" algn="l" defTabSz="1645920" rtl="0" eaLnBrk="1" latinLnBrk="0" hangingPunct="1">
        <a:lnSpc>
          <a:spcPct val="90000"/>
        </a:lnSpc>
        <a:spcBef>
          <a:spcPts val="900"/>
        </a:spcBef>
        <a:buFont typeface="Arial" panose="020B0604020202020204" pitchFamily="34" charset="0"/>
        <a:buChar char="•"/>
        <a:defRPr sz="3240" kern="1200">
          <a:solidFill>
            <a:schemeClr val="tx1"/>
          </a:solidFill>
          <a:latin typeface="+mn-lt"/>
          <a:ea typeface="+mn-ea"/>
          <a:cs typeface="+mn-cs"/>
        </a:defRPr>
      </a:lvl4pPr>
      <a:lvl5pPr marL="3703320" indent="-411480" algn="l" defTabSz="1645920" rtl="0" eaLnBrk="1" latinLnBrk="0" hangingPunct="1">
        <a:lnSpc>
          <a:spcPct val="90000"/>
        </a:lnSpc>
        <a:spcBef>
          <a:spcPts val="900"/>
        </a:spcBef>
        <a:buFont typeface="Arial" panose="020B0604020202020204" pitchFamily="34" charset="0"/>
        <a:buChar char="•"/>
        <a:defRPr sz="3240" kern="1200">
          <a:solidFill>
            <a:schemeClr val="tx1"/>
          </a:solidFill>
          <a:latin typeface="+mn-lt"/>
          <a:ea typeface="+mn-ea"/>
          <a:cs typeface="+mn-cs"/>
        </a:defRPr>
      </a:lvl5pPr>
      <a:lvl6pPr marL="4526280" indent="-411480" algn="l" defTabSz="1645920" rtl="0" eaLnBrk="1" latinLnBrk="0" hangingPunct="1">
        <a:lnSpc>
          <a:spcPct val="90000"/>
        </a:lnSpc>
        <a:spcBef>
          <a:spcPts val="900"/>
        </a:spcBef>
        <a:buFont typeface="Arial" panose="020B0604020202020204" pitchFamily="34" charset="0"/>
        <a:buChar char="•"/>
        <a:defRPr sz="3240" kern="1200">
          <a:solidFill>
            <a:schemeClr val="tx1"/>
          </a:solidFill>
          <a:latin typeface="+mn-lt"/>
          <a:ea typeface="+mn-ea"/>
          <a:cs typeface="+mn-cs"/>
        </a:defRPr>
      </a:lvl6pPr>
      <a:lvl7pPr marL="5349240" indent="-411480" algn="l" defTabSz="1645920" rtl="0" eaLnBrk="1" latinLnBrk="0" hangingPunct="1">
        <a:lnSpc>
          <a:spcPct val="90000"/>
        </a:lnSpc>
        <a:spcBef>
          <a:spcPts val="900"/>
        </a:spcBef>
        <a:buFont typeface="Arial" panose="020B0604020202020204" pitchFamily="34" charset="0"/>
        <a:buChar char="•"/>
        <a:defRPr sz="3240" kern="1200">
          <a:solidFill>
            <a:schemeClr val="tx1"/>
          </a:solidFill>
          <a:latin typeface="+mn-lt"/>
          <a:ea typeface="+mn-ea"/>
          <a:cs typeface="+mn-cs"/>
        </a:defRPr>
      </a:lvl7pPr>
      <a:lvl8pPr marL="6172200" indent="-411480" algn="l" defTabSz="1645920" rtl="0" eaLnBrk="1" latinLnBrk="0" hangingPunct="1">
        <a:lnSpc>
          <a:spcPct val="90000"/>
        </a:lnSpc>
        <a:spcBef>
          <a:spcPts val="900"/>
        </a:spcBef>
        <a:buFont typeface="Arial" panose="020B0604020202020204" pitchFamily="34" charset="0"/>
        <a:buChar char="•"/>
        <a:defRPr sz="3240" kern="1200">
          <a:solidFill>
            <a:schemeClr val="tx1"/>
          </a:solidFill>
          <a:latin typeface="+mn-lt"/>
          <a:ea typeface="+mn-ea"/>
          <a:cs typeface="+mn-cs"/>
        </a:defRPr>
      </a:lvl8pPr>
      <a:lvl9pPr marL="6995160" indent="-411480" algn="l" defTabSz="1645920" rtl="0" eaLnBrk="1" latinLnBrk="0" hangingPunct="1">
        <a:lnSpc>
          <a:spcPct val="90000"/>
        </a:lnSpc>
        <a:spcBef>
          <a:spcPts val="900"/>
        </a:spcBef>
        <a:buFont typeface="Arial" panose="020B0604020202020204" pitchFamily="34" charset="0"/>
        <a:buChar char="•"/>
        <a:defRPr sz="3240" kern="1200">
          <a:solidFill>
            <a:schemeClr val="tx1"/>
          </a:solidFill>
          <a:latin typeface="+mn-lt"/>
          <a:ea typeface="+mn-ea"/>
          <a:cs typeface="+mn-cs"/>
        </a:defRPr>
      </a:lvl9pPr>
    </p:bodyStyle>
    <p:otherStyle>
      <a:defPPr>
        <a:defRPr lang="en-US"/>
      </a:defPPr>
      <a:lvl1pPr marL="0" algn="l" defTabSz="1645920" rtl="0" eaLnBrk="1" latinLnBrk="0" hangingPunct="1">
        <a:defRPr sz="3240" kern="1200">
          <a:solidFill>
            <a:schemeClr val="tx1"/>
          </a:solidFill>
          <a:latin typeface="+mn-lt"/>
          <a:ea typeface="+mn-ea"/>
          <a:cs typeface="+mn-cs"/>
        </a:defRPr>
      </a:lvl1pPr>
      <a:lvl2pPr marL="822960" algn="l" defTabSz="1645920" rtl="0" eaLnBrk="1" latinLnBrk="0" hangingPunct="1">
        <a:defRPr sz="3240" kern="1200">
          <a:solidFill>
            <a:schemeClr val="tx1"/>
          </a:solidFill>
          <a:latin typeface="+mn-lt"/>
          <a:ea typeface="+mn-ea"/>
          <a:cs typeface="+mn-cs"/>
        </a:defRPr>
      </a:lvl2pPr>
      <a:lvl3pPr marL="1645920" algn="l" defTabSz="1645920" rtl="0" eaLnBrk="1" latinLnBrk="0" hangingPunct="1">
        <a:defRPr sz="3240" kern="1200">
          <a:solidFill>
            <a:schemeClr val="tx1"/>
          </a:solidFill>
          <a:latin typeface="+mn-lt"/>
          <a:ea typeface="+mn-ea"/>
          <a:cs typeface="+mn-cs"/>
        </a:defRPr>
      </a:lvl3pPr>
      <a:lvl4pPr marL="2468880" algn="l" defTabSz="1645920" rtl="0" eaLnBrk="1" latinLnBrk="0" hangingPunct="1">
        <a:defRPr sz="3240" kern="1200">
          <a:solidFill>
            <a:schemeClr val="tx1"/>
          </a:solidFill>
          <a:latin typeface="+mn-lt"/>
          <a:ea typeface="+mn-ea"/>
          <a:cs typeface="+mn-cs"/>
        </a:defRPr>
      </a:lvl4pPr>
      <a:lvl5pPr marL="3291840" algn="l" defTabSz="1645920" rtl="0" eaLnBrk="1" latinLnBrk="0" hangingPunct="1">
        <a:defRPr sz="3240" kern="1200">
          <a:solidFill>
            <a:schemeClr val="tx1"/>
          </a:solidFill>
          <a:latin typeface="+mn-lt"/>
          <a:ea typeface="+mn-ea"/>
          <a:cs typeface="+mn-cs"/>
        </a:defRPr>
      </a:lvl5pPr>
      <a:lvl6pPr marL="4114800" algn="l" defTabSz="1645920" rtl="0" eaLnBrk="1" latinLnBrk="0" hangingPunct="1">
        <a:defRPr sz="3240" kern="1200">
          <a:solidFill>
            <a:schemeClr val="tx1"/>
          </a:solidFill>
          <a:latin typeface="+mn-lt"/>
          <a:ea typeface="+mn-ea"/>
          <a:cs typeface="+mn-cs"/>
        </a:defRPr>
      </a:lvl6pPr>
      <a:lvl7pPr marL="4937760" algn="l" defTabSz="1645920" rtl="0" eaLnBrk="1" latinLnBrk="0" hangingPunct="1">
        <a:defRPr sz="3240" kern="1200">
          <a:solidFill>
            <a:schemeClr val="tx1"/>
          </a:solidFill>
          <a:latin typeface="+mn-lt"/>
          <a:ea typeface="+mn-ea"/>
          <a:cs typeface="+mn-cs"/>
        </a:defRPr>
      </a:lvl7pPr>
      <a:lvl8pPr marL="5760720" algn="l" defTabSz="1645920" rtl="0" eaLnBrk="1" latinLnBrk="0" hangingPunct="1">
        <a:defRPr sz="3240" kern="1200">
          <a:solidFill>
            <a:schemeClr val="tx1"/>
          </a:solidFill>
          <a:latin typeface="+mn-lt"/>
          <a:ea typeface="+mn-ea"/>
          <a:cs typeface="+mn-cs"/>
        </a:defRPr>
      </a:lvl8pPr>
      <a:lvl9pPr marL="6583680" algn="l" defTabSz="1645920" rtl="0" eaLnBrk="1" latinLnBrk="0" hangingPunct="1">
        <a:defRPr sz="32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data.cityofnewyork.us/dataset/New-York-City-Bike-Routes/mzxg-pwib/about_data" TargetMode="External"/><Relationship Id="rId3" Type="http://schemas.openxmlformats.org/officeDocument/2006/relationships/hyperlink" Target="https://doi.org/10.3390/safety2040026" TargetMode="External"/><Relationship Id="rId7" Type="http://schemas.openxmlformats.org/officeDocument/2006/relationships/hyperlink" Target="https://data.cityofnewyork.us/Public-Safety/Motor-Vehicle-Collisions-Crashes/h9gi-nx95/about_data" TargetMode="External"/><Relationship Id="rId2" Type="http://schemas.openxmlformats.org/officeDocument/2006/relationships/image" Target="../media/image2.jpg"/><Relationship Id="rId1" Type="http://schemas.openxmlformats.org/officeDocument/2006/relationships/slideLayout" Target="../slideLayouts/slideLayout12.xml"/><Relationship Id="rId6" Type="http://schemas.openxmlformats.org/officeDocument/2006/relationships/hyperlink" Target="https://data.cityofnewyork.us/City-Government/Community-Districts/5crt-au7u/about_data" TargetMode="External"/><Relationship Id="rId5" Type="http://schemas.openxmlformats.org/officeDocument/2006/relationships/hyperlink" Target="https://doi.org/10.2105/AJPH.2011.300319" TargetMode="External"/><Relationship Id="rId4" Type="http://schemas.openxmlformats.org/officeDocument/2006/relationships/hyperlink" Target="https://doi.org/10.1016/j.jth.2023.101669" TargetMode="External"/><Relationship Id="rId9"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descr="A map of the united states&#10;&#10;AI-generated content may be incorrect.">
            <a:extLst>
              <a:ext uri="{FF2B5EF4-FFF2-40B4-BE49-F238E27FC236}">
                <a16:creationId xmlns:a16="http://schemas.microsoft.com/office/drawing/2014/main" id="{1A71817A-50AC-0C47-79D8-BAD26C48C2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543" y="21539455"/>
            <a:ext cx="13563857" cy="4521286"/>
          </a:xfrm>
          <a:prstGeom prst="rect">
            <a:avLst/>
          </a:prstGeom>
        </p:spPr>
      </p:pic>
      <p:sp>
        <p:nvSpPr>
          <p:cNvPr id="4" name="Text Box 122"/>
          <p:cNvSpPr txBox="1">
            <a:spLocks noChangeArrowheads="1"/>
          </p:cNvSpPr>
          <p:nvPr/>
        </p:nvSpPr>
        <p:spPr bwMode="auto">
          <a:xfrm>
            <a:off x="0" y="39588"/>
            <a:ext cx="21945600" cy="27237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37" tIns="342842" rIns="137137" bIns="342842" anchor="ctr" anchorCtr="0">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6600" b="1" dirty="0">
                <a:solidFill>
                  <a:schemeClr val="accent3">
                    <a:lumMod val="20000"/>
                    <a:lumOff val="80000"/>
                  </a:schemeClr>
                </a:solidFill>
                <a:latin typeface="+mn-lt"/>
              </a:rPr>
              <a:t>Bike Lanes and Bike Collisions by Community District in New York City, 2024</a:t>
            </a:r>
          </a:p>
        </p:txBody>
      </p:sp>
      <p:sp>
        <p:nvSpPr>
          <p:cNvPr id="5" name="Text Box 123"/>
          <p:cNvSpPr txBox="1">
            <a:spLocks noChangeArrowheads="1"/>
          </p:cNvSpPr>
          <p:nvPr/>
        </p:nvSpPr>
        <p:spPr bwMode="auto">
          <a:xfrm>
            <a:off x="313386" y="2351339"/>
            <a:ext cx="21945600" cy="171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37" tIns="137137" rIns="137137" bIns="137137" anchor="ctr" anchorCtr="0"/>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4000" dirty="0">
                <a:solidFill>
                  <a:schemeClr val="accent3">
                    <a:lumMod val="20000"/>
                    <a:lumOff val="80000"/>
                  </a:schemeClr>
                </a:solidFill>
                <a:latin typeface="+mn-lt"/>
              </a:rPr>
              <a:t>Ravi Brenner</a:t>
            </a:r>
            <a:endParaRPr lang="en-US" sz="4000" baseline="30000" dirty="0">
              <a:solidFill>
                <a:schemeClr val="accent3">
                  <a:lumMod val="20000"/>
                  <a:lumOff val="80000"/>
                </a:schemeClr>
              </a:solidFill>
              <a:latin typeface="+mn-lt"/>
            </a:endParaRPr>
          </a:p>
          <a:p>
            <a:pPr algn="ctr" eaLnBrk="1" hangingPunct="1"/>
            <a:r>
              <a:rPr lang="en-US" sz="4000" dirty="0">
                <a:solidFill>
                  <a:schemeClr val="accent3">
                    <a:lumMod val="20000"/>
                    <a:lumOff val="80000"/>
                  </a:schemeClr>
                </a:solidFill>
                <a:latin typeface="+mn-lt"/>
              </a:rPr>
              <a:t>Columbia University</a:t>
            </a:r>
          </a:p>
        </p:txBody>
      </p:sp>
      <p:sp>
        <p:nvSpPr>
          <p:cNvPr id="24" name="TextBox 23"/>
          <p:cNvSpPr txBox="1"/>
          <p:nvPr/>
        </p:nvSpPr>
        <p:spPr>
          <a:xfrm>
            <a:off x="631415" y="29857829"/>
            <a:ext cx="7871298" cy="1361899"/>
          </a:xfrm>
          <a:prstGeom prst="rect">
            <a:avLst/>
          </a:prstGeom>
          <a:solidFill>
            <a:schemeClr val="accent1">
              <a:lumMod val="40000"/>
              <a:lumOff val="60000"/>
            </a:schemeClr>
          </a:solidFill>
        </p:spPr>
        <p:txBody>
          <a:bodyPr wrap="none" lIns="68568" tIns="34284" rIns="68568" bIns="34284" rtlCol="0">
            <a:spAutoFit/>
          </a:bodyPr>
          <a:lstStyle/>
          <a:p>
            <a:r>
              <a:rPr lang="en-US" sz="2800" dirty="0"/>
              <a:t>Ravi Brenner</a:t>
            </a:r>
          </a:p>
          <a:p>
            <a:r>
              <a:rPr lang="en-US" sz="2800" dirty="0"/>
              <a:t>Columbia University Mailman School of Public Health</a:t>
            </a:r>
          </a:p>
          <a:p>
            <a:r>
              <a:rPr lang="en-US" sz="2800" dirty="0"/>
              <a:t>Email: irb2118@cumc.columbia.edu</a:t>
            </a:r>
          </a:p>
        </p:txBody>
      </p:sp>
      <p:sp>
        <p:nvSpPr>
          <p:cNvPr id="25" name="TextBox 24"/>
          <p:cNvSpPr txBox="1"/>
          <p:nvPr/>
        </p:nvSpPr>
        <p:spPr>
          <a:xfrm>
            <a:off x="640275" y="29246151"/>
            <a:ext cx="1937494" cy="746346"/>
          </a:xfrm>
          <a:prstGeom prst="rect">
            <a:avLst/>
          </a:prstGeom>
          <a:noFill/>
        </p:spPr>
        <p:txBody>
          <a:bodyPr wrap="none" lIns="68568" tIns="34284" rIns="68568" bIns="34284" rtlCol="0">
            <a:spAutoFit/>
          </a:bodyPr>
          <a:lstStyle/>
          <a:p>
            <a:r>
              <a:rPr lang="en-US" sz="4400" b="1" dirty="0"/>
              <a:t>Contact</a:t>
            </a:r>
          </a:p>
        </p:txBody>
      </p:sp>
      <p:sp>
        <p:nvSpPr>
          <p:cNvPr id="26" name="TextBox 25"/>
          <p:cNvSpPr txBox="1"/>
          <p:nvPr/>
        </p:nvSpPr>
        <p:spPr>
          <a:xfrm>
            <a:off x="11316666" y="29892847"/>
            <a:ext cx="10247934" cy="2888239"/>
          </a:xfrm>
          <a:prstGeom prst="rect">
            <a:avLst/>
          </a:prstGeom>
          <a:noFill/>
        </p:spPr>
        <p:txBody>
          <a:bodyPr wrap="square" lIns="68568" tIns="68568" rIns="68568" bIns="68568" numCol="1" spcCol="342842" rtlCol="0">
            <a:noAutofit/>
          </a:bodyPr>
          <a:lstStyle/>
          <a:p>
            <a:pPr marL="342842" indent="-342842">
              <a:buFont typeface="+mj-lt"/>
              <a:buAutoNum type="arabicPeriod"/>
            </a:pPr>
            <a:r>
              <a:rPr lang="en-US" sz="1400" dirty="0"/>
              <a:t> Wall SP, Lee DC, Frangos SG, et al. The Effect of Sharrows, Painted Bicycle Lanes and Physically Protected Paths on the Severity of Bicycle Injuries Caused by Motor Vehicles. </a:t>
            </a:r>
            <a:r>
              <a:rPr lang="en-US" sz="1400" i="1" dirty="0"/>
              <a:t>Safety (Basel)</a:t>
            </a:r>
            <a:r>
              <a:rPr lang="en-US" sz="1400" dirty="0"/>
              <a:t>. 2016;2(4):26. doi:</a:t>
            </a:r>
            <a:r>
              <a:rPr lang="en-US" sz="1400" dirty="0">
                <a:hlinkClick r:id="rId3"/>
              </a:rPr>
              <a:t>10.3390/safety2040026</a:t>
            </a:r>
            <a:endParaRPr lang="en-US" sz="1400" dirty="0"/>
          </a:p>
          <a:p>
            <a:pPr marL="342842" indent="-342842">
              <a:buFont typeface="+mj-lt"/>
              <a:buAutoNum type="arabicPeriod"/>
            </a:pPr>
            <a:r>
              <a:rPr lang="en-US" sz="1400" dirty="0"/>
              <a:t> Garber MD, Watkins KE, Flanders WD, et al. Bicycle infrastructure and the incidence rate of crashes with cars: A case-control study with Strava data in Atlanta. </a:t>
            </a:r>
            <a:r>
              <a:rPr lang="en-US" sz="1400" i="1" dirty="0"/>
              <a:t>J </a:t>
            </a:r>
            <a:r>
              <a:rPr lang="en-US" sz="1400" i="1" dirty="0" err="1"/>
              <a:t>Transp</a:t>
            </a:r>
            <a:r>
              <a:rPr lang="en-US" sz="1400" i="1" dirty="0"/>
              <a:t> Health</a:t>
            </a:r>
            <a:r>
              <a:rPr lang="en-US" sz="1400" dirty="0"/>
              <a:t>. 2023;32:101669. doi:</a:t>
            </a:r>
            <a:r>
              <a:rPr lang="en-US" sz="1400" dirty="0">
                <a:hlinkClick r:id="rId4"/>
              </a:rPr>
              <a:t>10.1016/j.jth.2023.101669</a:t>
            </a:r>
            <a:endParaRPr lang="en-US" sz="1400" dirty="0"/>
          </a:p>
          <a:p>
            <a:pPr marL="342842" indent="-342842">
              <a:buFont typeface="+mj-lt"/>
              <a:buAutoNum type="arabicPeriod"/>
            </a:pPr>
            <a:r>
              <a:rPr lang="en-US" sz="1400" dirty="0"/>
              <a:t> Chen L, Chen C, Srinivasan R, McKnight CE, Ewing R, Roe M. Evaluating the safety effects of bicycle lanes in New York City. </a:t>
            </a:r>
            <a:r>
              <a:rPr lang="en-US" sz="1400" i="1" dirty="0"/>
              <a:t>Am J Public Health</a:t>
            </a:r>
            <a:r>
              <a:rPr lang="en-US" sz="1400" dirty="0"/>
              <a:t>. 2012;102(6):1120-1127. doi:</a:t>
            </a:r>
            <a:r>
              <a:rPr lang="en-US" sz="1400" dirty="0">
                <a:hlinkClick r:id="rId5"/>
              </a:rPr>
              <a:t>10.2105/AJPH.2011.300319</a:t>
            </a:r>
            <a:endParaRPr lang="en-US" sz="1400" dirty="0"/>
          </a:p>
          <a:p>
            <a:pPr marL="342842" indent="-342842">
              <a:buFont typeface="+mj-lt"/>
              <a:buAutoNum type="arabicPeriod"/>
            </a:pPr>
            <a:r>
              <a:rPr lang="en-US" sz="1400" dirty="0"/>
              <a:t>NYC Open Data. Community Districts. Accessed November 17, 2025. </a:t>
            </a:r>
            <a:r>
              <a:rPr lang="en-US" sz="1400" u="sng" dirty="0">
                <a:hlinkClick r:id="rId6"/>
              </a:rPr>
              <a:t>https://data.cityofnewyork.us/City-Government/Community-Districts/5crt-au7u/about_data</a:t>
            </a:r>
            <a:endParaRPr lang="en-US" sz="1400" u="sng" dirty="0"/>
          </a:p>
          <a:p>
            <a:pPr marL="342842" indent="-342842">
              <a:buFont typeface="+mj-lt"/>
              <a:buAutoNum type="arabicPeriod"/>
            </a:pPr>
            <a:r>
              <a:rPr lang="en-US" sz="1400" dirty="0"/>
              <a:t>NYC Open Data. Motor Vehicle Collisions - Crashes. Accessed November 17, 2025. </a:t>
            </a:r>
            <a:r>
              <a:rPr lang="en-US" sz="1400" u="sng" dirty="0">
                <a:hlinkClick r:id="rId7"/>
              </a:rPr>
              <a:t>https://data.cityofnewyork.us/Public-Safety/Motor-Vehicle-Collisions-Crashes/h9gi-nx95/about_data</a:t>
            </a:r>
            <a:endParaRPr lang="en-US" sz="1400" u="sng" dirty="0"/>
          </a:p>
          <a:p>
            <a:pPr marL="342842" indent="-342842">
              <a:buFont typeface="+mj-lt"/>
              <a:buAutoNum type="arabicPeriod"/>
            </a:pPr>
            <a:r>
              <a:rPr lang="en-US" sz="1400" dirty="0"/>
              <a:t>NYC Open Data. New York City Bike Routes. Accessed November 17, 2025. </a:t>
            </a:r>
            <a:r>
              <a:rPr lang="en-US" sz="1400" u="sng" dirty="0">
                <a:hlinkClick r:id="rId8"/>
              </a:rPr>
              <a:t>https://data.cityofnewyork.us/dataset/New-York-City-Bike-Routes/mzxg-pwib/about_data</a:t>
            </a:r>
            <a:r>
              <a:rPr lang="en-US" sz="1400" dirty="0"/>
              <a:t>  </a:t>
            </a:r>
          </a:p>
          <a:p>
            <a:pPr marL="342842" indent="-342842">
              <a:buFont typeface="+mj-lt"/>
              <a:buAutoNum type="arabicPeriod"/>
            </a:pPr>
            <a:endParaRPr lang="en-US" sz="1400" dirty="0"/>
          </a:p>
        </p:txBody>
      </p:sp>
      <p:sp>
        <p:nvSpPr>
          <p:cNvPr id="27" name="TextBox 26"/>
          <p:cNvSpPr txBox="1"/>
          <p:nvPr/>
        </p:nvSpPr>
        <p:spPr>
          <a:xfrm>
            <a:off x="11270946" y="29138470"/>
            <a:ext cx="2703473" cy="746346"/>
          </a:xfrm>
          <a:prstGeom prst="rect">
            <a:avLst/>
          </a:prstGeom>
          <a:noFill/>
        </p:spPr>
        <p:txBody>
          <a:bodyPr wrap="none" lIns="68568" tIns="34284" rIns="68568" bIns="34284" rtlCol="0">
            <a:spAutoFit/>
          </a:bodyPr>
          <a:lstStyle/>
          <a:p>
            <a:r>
              <a:rPr lang="en-US" sz="4400" b="1" dirty="0"/>
              <a:t>References</a:t>
            </a:r>
          </a:p>
        </p:txBody>
      </p:sp>
      <p:sp>
        <p:nvSpPr>
          <p:cNvPr id="10" name="Text Box 189"/>
          <p:cNvSpPr txBox="1">
            <a:spLocks noChangeArrowheads="1"/>
          </p:cNvSpPr>
          <p:nvPr/>
        </p:nvSpPr>
        <p:spPr bwMode="auto">
          <a:xfrm>
            <a:off x="1104643" y="5037643"/>
            <a:ext cx="9692640" cy="7171147"/>
          </a:xfrm>
          <a:prstGeom prst="rect">
            <a:avLst/>
          </a:prstGeom>
          <a:solidFill>
            <a:schemeClr val="bg1"/>
          </a:solidFill>
          <a:ln w="12700">
            <a:solidFill>
              <a:schemeClr val="accent1">
                <a:lumMod val="75000"/>
              </a:schemeClr>
            </a:solidFill>
          </a:ln>
          <a:effectLst/>
        </p:spPr>
        <p:txBody>
          <a:bodyPr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marL="457200" indent="-457200" eaLnBrk="1" hangingPunct="1">
              <a:buFont typeface="Wingdings" pitchFamily="2" charset="2"/>
              <a:buChar char="§"/>
            </a:pPr>
            <a:r>
              <a:rPr lang="en-US" sz="2800" dirty="0">
                <a:latin typeface="Calibri" pitchFamily="34" charset="0"/>
              </a:rPr>
              <a:t>Cycling is a popular form of transit in New York City, with thousands of bike trips taking place every day. Previous studies in New York City have found that physically protected bike lanes were associated with 23% fewer injuries, while conventional separate painted lanes reduce injury risk by 90% compared to non-bicycle routes [1]. Other studies have found that conventional bike lanes are associated with a higher incidence of crashes [2]. </a:t>
            </a:r>
          </a:p>
          <a:p>
            <a:pPr marL="457200" indent="-457200" eaLnBrk="1" hangingPunct="1">
              <a:buFont typeface="Wingdings" pitchFamily="2" charset="2"/>
              <a:buChar char="§"/>
            </a:pPr>
            <a:r>
              <a:rPr lang="en-US" sz="2800" dirty="0">
                <a:latin typeface="Calibri" pitchFamily="34" charset="0"/>
              </a:rPr>
              <a:t>Previous studies of bicycle crashes and lanes have found that bicycle-involved crashes may increase following bike lane installation, largely due to an increased traffic volume of cyclists [3]</a:t>
            </a:r>
          </a:p>
          <a:p>
            <a:pPr marL="457200" indent="-457200" eaLnBrk="1" hangingPunct="1">
              <a:buFont typeface="Wingdings" pitchFamily="2" charset="2"/>
              <a:buChar char="§"/>
            </a:pPr>
            <a:r>
              <a:rPr lang="en-US" sz="2800" dirty="0">
                <a:latin typeface="Calibri" pitchFamily="34" charset="0"/>
              </a:rPr>
              <a:t>This analysis aimed to understand the distribution of bike collisions and bike lanes across community districts in New York City, and to assess if there is any relationship between collisions and the type of bike lane.</a:t>
            </a:r>
          </a:p>
        </p:txBody>
      </p:sp>
      <p:sp>
        <p:nvSpPr>
          <p:cNvPr id="32" name="Rectangle 31"/>
          <p:cNvSpPr/>
          <p:nvPr/>
        </p:nvSpPr>
        <p:spPr>
          <a:xfrm>
            <a:off x="1104643" y="4378828"/>
            <a:ext cx="9692640" cy="68580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dirty="0">
                <a:solidFill>
                  <a:schemeClr val="accent3">
                    <a:lumMod val="20000"/>
                    <a:lumOff val="80000"/>
                  </a:schemeClr>
                </a:solidFill>
              </a:rPr>
              <a:t>Abstract/Background</a:t>
            </a:r>
          </a:p>
        </p:txBody>
      </p:sp>
      <p:sp>
        <p:nvSpPr>
          <p:cNvPr id="15" name="Text Box 194"/>
          <p:cNvSpPr txBox="1">
            <a:spLocks noChangeArrowheads="1"/>
          </p:cNvSpPr>
          <p:nvPr/>
        </p:nvSpPr>
        <p:spPr bwMode="auto">
          <a:xfrm>
            <a:off x="1059561" y="12894855"/>
            <a:ext cx="9692640" cy="8032922"/>
          </a:xfrm>
          <a:prstGeom prst="rect">
            <a:avLst/>
          </a:prstGeom>
          <a:solidFill>
            <a:schemeClr val="bg1"/>
          </a:solidFill>
          <a:ln w="12700">
            <a:solidFill>
              <a:schemeClr val="accent1">
                <a:lumMod val="75000"/>
              </a:schemeClr>
            </a:solidFill>
          </a:ln>
          <a:effectLst/>
        </p:spPr>
        <p:txBody>
          <a:bodyPr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marL="457200" indent="-457200" eaLnBrk="1" hangingPunct="1">
              <a:buFont typeface="Wingdings" pitchFamily="2" charset="2"/>
              <a:buChar char="§"/>
            </a:pPr>
            <a:r>
              <a:rPr lang="en-US" sz="2800" dirty="0">
                <a:latin typeface="Calibri" pitchFamily="34" charset="0"/>
              </a:rPr>
              <a:t>All data were acquired from NYC Open Data [4-6]. </a:t>
            </a:r>
          </a:p>
          <a:p>
            <a:pPr marL="457200" indent="-457200" eaLnBrk="1" hangingPunct="1">
              <a:buFont typeface="Wingdings" pitchFamily="2" charset="2"/>
              <a:buChar char="§"/>
            </a:pPr>
            <a:r>
              <a:rPr lang="en-US" sz="2800" dirty="0">
                <a:latin typeface="Calibri" pitchFamily="34" charset="0"/>
              </a:rPr>
              <a:t>Each bike collision was assigned to the nearest bike lane within 100 feet of the crash, or no bike lane if there were none within 100 feet. All crashes and bike lane segments were categorized based on the community district in which they fell. Bike lane lengths in miles and community district land areas in square miles were calculated. Bike lane type was determined based on the highest bike lane class available: (1) Protected bike lanes; (2) Conventional bike lanes; (3) shared lanes; (4) Link segments.</a:t>
            </a:r>
          </a:p>
          <a:p>
            <a:pPr marL="457200" indent="-457200" eaLnBrk="1" hangingPunct="1">
              <a:buFont typeface="Wingdings" pitchFamily="2" charset="2"/>
              <a:buChar char="§"/>
            </a:pPr>
            <a:r>
              <a:rPr lang="en-US" sz="2800" dirty="0">
                <a:latin typeface="Calibri" pitchFamily="34" charset="0"/>
              </a:rPr>
              <a:t>While granular bike traffic data was not available, crash and bike lane density was calculated by dividing the number of crashes or number of bike lanes by the land area of a given community district.</a:t>
            </a:r>
          </a:p>
          <a:p>
            <a:pPr marL="457200" indent="-457200" eaLnBrk="1" hangingPunct="1">
              <a:buFont typeface="Wingdings" pitchFamily="2" charset="2"/>
              <a:buChar char="§"/>
            </a:pPr>
            <a:r>
              <a:rPr lang="en-US" sz="2800" dirty="0">
                <a:latin typeface="Calibri" pitchFamily="34" charset="0"/>
              </a:rPr>
              <a:t>R was used for all analyses, including the packages sf and </a:t>
            </a:r>
            <a:r>
              <a:rPr lang="en-US" sz="2800" dirty="0" err="1">
                <a:latin typeface="Calibri" pitchFamily="34" charset="0"/>
              </a:rPr>
              <a:t>biscale</a:t>
            </a:r>
            <a:r>
              <a:rPr lang="en-US" sz="2800" dirty="0">
                <a:latin typeface="Calibri" pitchFamily="34" charset="0"/>
              </a:rPr>
              <a:t> for spatial analysis. </a:t>
            </a:r>
            <a:r>
              <a:rPr lang="en-US" sz="2800" dirty="0" err="1">
                <a:latin typeface="Calibri" pitchFamily="34" charset="0"/>
              </a:rPr>
              <a:t>Chloropleth</a:t>
            </a:r>
            <a:r>
              <a:rPr lang="en-US" sz="2800" dirty="0">
                <a:latin typeface="Calibri" pitchFamily="34" charset="0"/>
              </a:rPr>
              <a:t>, bivariate, and multilayer maps were used, and spatial joins were needed to construct the datasets used in analysis.</a:t>
            </a:r>
          </a:p>
        </p:txBody>
      </p:sp>
      <p:sp>
        <p:nvSpPr>
          <p:cNvPr id="12" name="Text Box 191"/>
          <p:cNvSpPr txBox="1">
            <a:spLocks noChangeArrowheads="1"/>
          </p:cNvSpPr>
          <p:nvPr/>
        </p:nvSpPr>
        <p:spPr bwMode="auto">
          <a:xfrm>
            <a:off x="11316666" y="13276765"/>
            <a:ext cx="9692640" cy="7602035"/>
          </a:xfrm>
          <a:prstGeom prst="rect">
            <a:avLst/>
          </a:prstGeom>
          <a:solidFill>
            <a:schemeClr val="bg1"/>
          </a:solidFill>
          <a:ln w="12700">
            <a:solidFill>
              <a:schemeClr val="accent1">
                <a:lumMod val="75000"/>
              </a:schemeClr>
            </a:solidFill>
          </a:ln>
          <a:effectLst/>
        </p:spPr>
        <p:txBody>
          <a:bodyPr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marL="457200" indent="-457200" eaLnBrk="1" hangingPunct="1">
              <a:buFont typeface="Wingdings" pitchFamily="2" charset="2"/>
              <a:buChar char="§"/>
            </a:pPr>
            <a:r>
              <a:rPr lang="en-US" sz="2800" dirty="0">
                <a:latin typeface="Calibri" pitchFamily="34" charset="0"/>
              </a:rPr>
              <a:t>The amount and types of bike lanes varied substantially by community district (</a:t>
            </a:r>
            <a:r>
              <a:rPr lang="en-US" sz="2800" b="1" dirty="0">
                <a:latin typeface="Calibri" pitchFamily="34" charset="0"/>
              </a:rPr>
              <a:t>Map 1</a:t>
            </a:r>
            <a:r>
              <a:rPr lang="en-US" sz="2800" dirty="0">
                <a:latin typeface="Calibri" pitchFamily="34" charset="0"/>
              </a:rPr>
              <a:t>). Protected and conventional lanes comprised most of the mileage (</a:t>
            </a:r>
            <a:r>
              <a:rPr lang="en-US" sz="2800" b="1" dirty="0">
                <a:latin typeface="Calibri" pitchFamily="34" charset="0"/>
              </a:rPr>
              <a:t>Table 1</a:t>
            </a:r>
            <a:r>
              <a:rPr lang="en-US" sz="2800" dirty="0">
                <a:latin typeface="Calibri" pitchFamily="34" charset="0"/>
              </a:rPr>
              <a:t>), although this varied by community district. Many CDs in Manhattan had mostly protected lanes, while many in Brooklyn had more conventional lanes.</a:t>
            </a:r>
          </a:p>
          <a:p>
            <a:pPr marL="457200" indent="-457200" eaLnBrk="1" hangingPunct="1">
              <a:buFont typeface="Wingdings" pitchFamily="2" charset="2"/>
              <a:buChar char="§"/>
            </a:pPr>
            <a:r>
              <a:rPr lang="en-US" sz="2800" dirty="0">
                <a:latin typeface="Calibri" pitchFamily="34" charset="0"/>
              </a:rPr>
              <a:t>Crashes per mile were similar in protected and conventional lanes and higher in shared lanes (</a:t>
            </a:r>
            <a:r>
              <a:rPr lang="en-US" sz="2800" b="1" dirty="0">
                <a:latin typeface="Calibri" pitchFamily="34" charset="0"/>
              </a:rPr>
              <a:t>Table 1</a:t>
            </a:r>
            <a:r>
              <a:rPr lang="en-US" sz="2800" dirty="0">
                <a:latin typeface="Calibri" pitchFamily="34" charset="0"/>
              </a:rPr>
              <a:t>). However, this does not adjust for the possibility that shared lanes are also used more, resulting in more crashes.</a:t>
            </a:r>
          </a:p>
          <a:p>
            <a:pPr marL="457200" indent="-457200" eaLnBrk="1" hangingPunct="1">
              <a:buFont typeface="Wingdings" pitchFamily="2" charset="2"/>
              <a:buChar char="§"/>
            </a:pPr>
            <a:r>
              <a:rPr lang="en-US" sz="2800" dirty="0">
                <a:latin typeface="Calibri" pitchFamily="34" charset="0"/>
              </a:rPr>
              <a:t>Crashes were most dense across Manhattan, as well as parts of Brooklyn and the Bronx, likely reflecting high usage. These areas also have a high density of bike lanes (</a:t>
            </a:r>
            <a:r>
              <a:rPr lang="en-US" sz="2800" b="1" dirty="0">
                <a:latin typeface="Calibri" pitchFamily="34" charset="0"/>
              </a:rPr>
              <a:t>Map 2</a:t>
            </a:r>
            <a:r>
              <a:rPr lang="en-US" sz="2800" dirty="0">
                <a:latin typeface="Calibri" pitchFamily="34" charset="0"/>
              </a:rPr>
              <a:t>). There is a high degree of correlation between bike lane density and crash density. In </a:t>
            </a:r>
            <a:r>
              <a:rPr lang="en-US" sz="2800" b="1" dirty="0">
                <a:latin typeface="Calibri" pitchFamily="34" charset="0"/>
              </a:rPr>
              <a:t>Map 2C</a:t>
            </a:r>
            <a:r>
              <a:rPr lang="en-US" sz="2800" dirty="0">
                <a:latin typeface="Calibri" pitchFamily="34" charset="0"/>
              </a:rPr>
              <a:t>, areas highlighted in purple had more crashes than expected, and those in light green had fewer than expected given this correlation.</a:t>
            </a:r>
          </a:p>
        </p:txBody>
      </p:sp>
      <p:sp>
        <p:nvSpPr>
          <p:cNvPr id="35" name="Rectangle 34"/>
          <p:cNvSpPr/>
          <p:nvPr/>
        </p:nvSpPr>
        <p:spPr>
          <a:xfrm>
            <a:off x="11316666" y="12604466"/>
            <a:ext cx="9692640" cy="68580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dirty="0">
                <a:solidFill>
                  <a:schemeClr val="accent3">
                    <a:lumMod val="20000"/>
                    <a:lumOff val="80000"/>
                  </a:schemeClr>
                </a:solidFill>
              </a:rPr>
              <a:t>Results</a:t>
            </a:r>
          </a:p>
        </p:txBody>
      </p:sp>
      <p:sp>
        <p:nvSpPr>
          <p:cNvPr id="14" name="Text Box 193"/>
          <p:cNvSpPr txBox="1">
            <a:spLocks noChangeArrowheads="1"/>
          </p:cNvSpPr>
          <p:nvPr/>
        </p:nvSpPr>
        <p:spPr bwMode="auto">
          <a:xfrm>
            <a:off x="14249401" y="21957980"/>
            <a:ext cx="6775146" cy="6309373"/>
          </a:xfrm>
          <a:prstGeom prst="rect">
            <a:avLst/>
          </a:prstGeom>
          <a:solidFill>
            <a:schemeClr val="bg1"/>
          </a:solidFill>
          <a:ln w="12700">
            <a:solidFill>
              <a:schemeClr val="accent1">
                <a:lumMod val="75000"/>
              </a:schemeClr>
            </a:solidFill>
          </a:ln>
          <a:effectLst/>
        </p:spPr>
        <p:txBody>
          <a:bodyPr wrap="square"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marL="457200" indent="-457200" eaLnBrk="1" hangingPunct="1">
              <a:buFont typeface="Wingdings" pitchFamily="2" charset="2"/>
              <a:buChar char="§"/>
            </a:pPr>
            <a:r>
              <a:rPr lang="en-US" sz="2800" dirty="0">
                <a:latin typeface="Calibri" pitchFamily="34" charset="0"/>
              </a:rPr>
              <a:t>Overall, it is likely that there is a cyclical relationship between bike traffic volume, bike lane presence, and crashes. Bike lanes are installed where there are more riders, riders preferentially use those bike lanes, and crashes result as volume increases.</a:t>
            </a:r>
          </a:p>
          <a:p>
            <a:pPr marL="457200" indent="-457200" eaLnBrk="1" hangingPunct="1">
              <a:buFont typeface="Wingdings" pitchFamily="2" charset="2"/>
              <a:buChar char="§"/>
            </a:pPr>
            <a:r>
              <a:rPr lang="en-US" sz="2800" dirty="0">
                <a:latin typeface="Calibri" pitchFamily="34" charset="0"/>
              </a:rPr>
              <a:t>Additional interventions beyond bike lanes are likely needed to reduce accidental injury from cycling; focus areas in purple in </a:t>
            </a:r>
            <a:r>
              <a:rPr lang="en-US" sz="2800" b="1" dirty="0">
                <a:latin typeface="Calibri" pitchFamily="34" charset="0"/>
              </a:rPr>
              <a:t>Map 2C </a:t>
            </a:r>
            <a:r>
              <a:rPr lang="en-US" sz="2800" dirty="0">
                <a:latin typeface="Calibri" pitchFamily="34" charset="0"/>
              </a:rPr>
              <a:t>should be prioritized. Still, building additional protected and conventional lanes may provide better protection compared to shared lanes.</a:t>
            </a:r>
          </a:p>
        </p:txBody>
      </p:sp>
      <p:sp>
        <p:nvSpPr>
          <p:cNvPr id="36" name="Rectangle 35"/>
          <p:cNvSpPr/>
          <p:nvPr/>
        </p:nvSpPr>
        <p:spPr>
          <a:xfrm>
            <a:off x="14251610" y="21211633"/>
            <a:ext cx="6757696" cy="746347"/>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dirty="0">
                <a:solidFill>
                  <a:schemeClr val="accent3">
                    <a:lumMod val="20000"/>
                    <a:lumOff val="80000"/>
                  </a:schemeClr>
                </a:solidFill>
              </a:rPr>
              <a:t>Discussion</a:t>
            </a:r>
          </a:p>
        </p:txBody>
      </p:sp>
      <p:sp>
        <p:nvSpPr>
          <p:cNvPr id="45" name="Rectangle 44"/>
          <p:cNvSpPr/>
          <p:nvPr/>
        </p:nvSpPr>
        <p:spPr>
          <a:xfrm>
            <a:off x="1066543" y="12358518"/>
            <a:ext cx="9692640" cy="68580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dirty="0">
                <a:solidFill>
                  <a:schemeClr val="accent3">
                    <a:lumMod val="20000"/>
                    <a:lumOff val="80000"/>
                  </a:schemeClr>
                </a:solidFill>
              </a:rPr>
              <a:t>Methods </a:t>
            </a:r>
          </a:p>
        </p:txBody>
      </p:sp>
      <p:sp>
        <p:nvSpPr>
          <p:cNvPr id="53" name="Text Box 180"/>
          <p:cNvSpPr txBox="1">
            <a:spLocks noChangeArrowheads="1"/>
          </p:cNvSpPr>
          <p:nvPr/>
        </p:nvSpPr>
        <p:spPr bwMode="auto">
          <a:xfrm>
            <a:off x="1247655" y="26069730"/>
            <a:ext cx="9159471" cy="438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8568" tIns="34284" rIns="68568" bIns="34284">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2400" b="1" dirty="0">
                <a:latin typeface="Calibri" pitchFamily="34" charset="0"/>
              </a:rPr>
              <a:t>Map 2. </a:t>
            </a:r>
            <a:r>
              <a:rPr lang="en-US" sz="2400" dirty="0">
                <a:latin typeface="Calibri" pitchFamily="34" charset="0"/>
              </a:rPr>
              <a:t>Bike Collision and Bike Lane Density By Community District, 2024</a:t>
            </a:r>
          </a:p>
        </p:txBody>
      </p:sp>
      <p:sp>
        <p:nvSpPr>
          <p:cNvPr id="37" name="Text Box 180"/>
          <p:cNvSpPr txBox="1">
            <a:spLocks noChangeArrowheads="1"/>
          </p:cNvSpPr>
          <p:nvPr/>
        </p:nvSpPr>
        <p:spPr bwMode="auto">
          <a:xfrm>
            <a:off x="10972800" y="26874845"/>
            <a:ext cx="1909582" cy="1546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8568" tIns="34284" rIns="68568" bIns="34284">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eaLnBrk="1" hangingPunct="1"/>
            <a:r>
              <a:rPr lang="en-US" sz="2400" b="1" dirty="0">
                <a:latin typeface="Calibri" pitchFamily="34" charset="0"/>
              </a:rPr>
              <a:t>Table 1. </a:t>
            </a:r>
            <a:r>
              <a:rPr lang="en-US" sz="2400" dirty="0">
                <a:latin typeface="Calibri" pitchFamily="34" charset="0"/>
              </a:rPr>
              <a:t>Collisions by bike lane type and length</a:t>
            </a:r>
          </a:p>
        </p:txBody>
      </p:sp>
      <p:sp>
        <p:nvSpPr>
          <p:cNvPr id="2" name="Text Box 180">
            <a:extLst>
              <a:ext uri="{FF2B5EF4-FFF2-40B4-BE49-F238E27FC236}">
                <a16:creationId xmlns:a16="http://schemas.microsoft.com/office/drawing/2014/main" id="{8DE6EEC0-E474-AA25-F16C-74DB86D6E678}"/>
              </a:ext>
            </a:extLst>
          </p:cNvPr>
          <p:cNvSpPr txBox="1">
            <a:spLocks noChangeArrowheads="1"/>
          </p:cNvSpPr>
          <p:nvPr/>
        </p:nvSpPr>
        <p:spPr bwMode="auto">
          <a:xfrm>
            <a:off x="11270946" y="12153250"/>
            <a:ext cx="9201534" cy="438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8568" tIns="34284" rIns="68568" bIns="34284">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2400" b="1" dirty="0">
                <a:latin typeface="Calibri" pitchFamily="34" charset="0"/>
              </a:rPr>
              <a:t>Map 1.</a:t>
            </a:r>
            <a:r>
              <a:rPr lang="en-US" sz="2400" dirty="0">
                <a:latin typeface="Calibri" pitchFamily="34" charset="0"/>
              </a:rPr>
              <a:t> Bike lane type distribution and total length by community district</a:t>
            </a:r>
          </a:p>
        </p:txBody>
      </p:sp>
      <p:graphicFrame>
        <p:nvGraphicFramePr>
          <p:cNvPr id="17" name="Table 16">
            <a:extLst>
              <a:ext uri="{FF2B5EF4-FFF2-40B4-BE49-F238E27FC236}">
                <a16:creationId xmlns:a16="http://schemas.microsoft.com/office/drawing/2014/main" id="{754ED30E-9DDB-42D3-D0D3-FBE00BC6FCC6}"/>
              </a:ext>
            </a:extLst>
          </p:cNvPr>
          <p:cNvGraphicFramePr>
            <a:graphicFrameLocks noGrp="1"/>
          </p:cNvGraphicFramePr>
          <p:nvPr>
            <p:extLst>
              <p:ext uri="{D42A27DB-BD31-4B8C-83A1-F6EECF244321}">
                <p14:modId xmlns:p14="http://schemas.microsoft.com/office/powerpoint/2010/main" val="474856275"/>
              </p:ext>
            </p:extLst>
          </p:nvPr>
        </p:nvGraphicFramePr>
        <p:xfrm>
          <a:off x="1247785" y="26816413"/>
          <a:ext cx="9549498" cy="1604997"/>
        </p:xfrm>
        <a:graphic>
          <a:graphicData uri="http://schemas.openxmlformats.org/drawingml/2006/table">
            <a:tbl>
              <a:tblPr firstRow="1">
                <a:tableStyleId>{6E25E649-3F16-4E02-A733-19D2CDBF48F0}</a:tableStyleId>
              </a:tblPr>
              <a:tblGrid>
                <a:gridCol w="2005699">
                  <a:extLst>
                    <a:ext uri="{9D8B030D-6E8A-4147-A177-3AD203B41FA5}">
                      <a16:colId xmlns:a16="http://schemas.microsoft.com/office/drawing/2014/main" val="618651207"/>
                    </a:ext>
                  </a:extLst>
                </a:gridCol>
                <a:gridCol w="2895600">
                  <a:extLst>
                    <a:ext uri="{9D8B030D-6E8A-4147-A177-3AD203B41FA5}">
                      <a16:colId xmlns:a16="http://schemas.microsoft.com/office/drawing/2014/main" val="1064282208"/>
                    </a:ext>
                  </a:extLst>
                </a:gridCol>
                <a:gridCol w="2054621">
                  <a:extLst>
                    <a:ext uri="{9D8B030D-6E8A-4147-A177-3AD203B41FA5}">
                      <a16:colId xmlns:a16="http://schemas.microsoft.com/office/drawing/2014/main" val="1618239273"/>
                    </a:ext>
                  </a:extLst>
                </a:gridCol>
                <a:gridCol w="2593578">
                  <a:extLst>
                    <a:ext uri="{9D8B030D-6E8A-4147-A177-3AD203B41FA5}">
                      <a16:colId xmlns:a16="http://schemas.microsoft.com/office/drawing/2014/main" val="3829869367"/>
                    </a:ext>
                  </a:extLst>
                </a:gridCol>
              </a:tblGrid>
              <a:tr h="479142">
                <a:tc>
                  <a:txBody>
                    <a:bodyPr/>
                    <a:lstStyle/>
                    <a:p>
                      <a:pPr algn="ctr" fontAlgn="b">
                        <a:buNone/>
                      </a:pPr>
                      <a:r>
                        <a:rPr lang="en-US" sz="2400" u="none" strike="noStrike" dirty="0">
                          <a:effectLst/>
                        </a:rPr>
                        <a:t>Bike Lane Type</a:t>
                      </a:r>
                      <a:endParaRPr lang="en-US" sz="2400" b="1"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fontAlgn="b">
                        <a:buNone/>
                      </a:pPr>
                      <a:r>
                        <a:rPr lang="en-US" sz="2400" u="none" strike="noStrike" dirty="0">
                          <a:effectLst/>
                        </a:rPr>
                        <a:t>Number of Collisions</a:t>
                      </a:r>
                      <a:endParaRPr lang="en-US" sz="2400" b="1"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fontAlgn="b">
                        <a:buNone/>
                      </a:pPr>
                      <a:r>
                        <a:rPr lang="en-US" sz="2400" u="none" strike="noStrike" dirty="0">
                          <a:effectLst/>
                        </a:rPr>
                        <a:t>Length (Miles)</a:t>
                      </a:r>
                      <a:endParaRPr lang="en-US" sz="2400" b="1"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fontAlgn="b">
                        <a:buNone/>
                      </a:pPr>
                      <a:r>
                        <a:rPr lang="en-US" sz="2400" u="none" strike="noStrike" dirty="0">
                          <a:effectLst/>
                        </a:rPr>
                        <a:t>Crashes per Mile</a:t>
                      </a:r>
                      <a:endParaRPr lang="en-US" sz="2400" b="1"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062568146"/>
                  </a:ext>
                </a:extLst>
              </a:tr>
              <a:tr h="370639">
                <a:tc>
                  <a:txBody>
                    <a:bodyPr/>
                    <a:lstStyle/>
                    <a:p>
                      <a:pPr algn="l" fontAlgn="b">
                        <a:buNone/>
                      </a:pPr>
                      <a:r>
                        <a:rPr lang="en-US" sz="2400" u="none" strike="noStrike">
                          <a:effectLst/>
                        </a:rPr>
                        <a:t>Protected</a:t>
                      </a:r>
                      <a:endParaRPr lang="en-US" sz="24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u="none" strike="noStrike" dirty="0">
                          <a:effectLst/>
                        </a:rPr>
                        <a:t>3090</a:t>
                      </a:r>
                      <a:endParaRPr lang="en-US" sz="24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u="none" strike="noStrike" dirty="0">
                          <a:effectLst/>
                        </a:rPr>
                        <a:t>430.3</a:t>
                      </a:r>
                      <a:endParaRPr lang="en-US" sz="24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u="none" strike="noStrike">
                          <a:effectLst/>
                        </a:rPr>
                        <a:t>7.18</a:t>
                      </a:r>
                      <a:endParaRPr lang="en-US" sz="24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7474695"/>
                  </a:ext>
                </a:extLst>
              </a:tr>
              <a:tr h="370639">
                <a:tc>
                  <a:txBody>
                    <a:bodyPr/>
                    <a:lstStyle/>
                    <a:p>
                      <a:pPr algn="l" fontAlgn="b">
                        <a:buNone/>
                      </a:pPr>
                      <a:r>
                        <a:rPr lang="en-US" sz="2400" u="none" strike="noStrike">
                          <a:effectLst/>
                        </a:rPr>
                        <a:t>Conventional</a:t>
                      </a:r>
                      <a:endParaRPr lang="en-US" sz="24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u="none" strike="noStrike" dirty="0">
                          <a:effectLst/>
                        </a:rPr>
                        <a:t>3170</a:t>
                      </a:r>
                      <a:endParaRPr lang="en-US" sz="24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u="none" strike="noStrike" dirty="0">
                          <a:effectLst/>
                        </a:rPr>
                        <a:t>447.5</a:t>
                      </a:r>
                      <a:endParaRPr lang="en-US" sz="24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u="none" strike="noStrike" dirty="0">
                          <a:effectLst/>
                        </a:rPr>
                        <a:t>7.08</a:t>
                      </a:r>
                      <a:endParaRPr lang="en-US" sz="24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5864237"/>
                  </a:ext>
                </a:extLst>
              </a:tr>
              <a:tr h="370639">
                <a:tc>
                  <a:txBody>
                    <a:bodyPr/>
                    <a:lstStyle/>
                    <a:p>
                      <a:pPr algn="l" fontAlgn="b">
                        <a:buNone/>
                      </a:pPr>
                      <a:r>
                        <a:rPr lang="en-US" sz="2400" u="none" strike="noStrike">
                          <a:effectLst/>
                        </a:rPr>
                        <a:t>Shared Lane</a:t>
                      </a:r>
                      <a:endParaRPr lang="en-US" sz="24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u="none" strike="noStrike" dirty="0">
                          <a:effectLst/>
                        </a:rPr>
                        <a:t>1445</a:t>
                      </a:r>
                      <a:endParaRPr lang="en-US" sz="24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u="none" strike="noStrike" dirty="0">
                          <a:effectLst/>
                        </a:rPr>
                        <a:t>180.5</a:t>
                      </a:r>
                      <a:endParaRPr lang="en-US" sz="24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u="none" strike="noStrike" dirty="0">
                          <a:effectLst/>
                        </a:rPr>
                        <a:t>8.01</a:t>
                      </a:r>
                      <a:endParaRPr lang="en-US" sz="24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7246646"/>
                  </a:ext>
                </a:extLst>
              </a:tr>
            </a:tbl>
          </a:graphicData>
        </a:graphic>
      </p:graphicFrame>
      <p:pic>
        <p:nvPicPr>
          <p:cNvPr id="23" name="Picture 22" descr="A map of a city with different colored circles&#10;&#10;AI-generated content may be incorrect.">
            <a:extLst>
              <a:ext uri="{FF2B5EF4-FFF2-40B4-BE49-F238E27FC236}">
                <a16:creationId xmlns:a16="http://schemas.microsoft.com/office/drawing/2014/main" id="{2D1421E0-CF88-CEE0-57D3-6EA5F2AF4EC6}"/>
              </a:ext>
            </a:extLst>
          </p:cNvPr>
          <p:cNvPicPr>
            <a:picLocks noChangeAspect="1"/>
          </p:cNvPicPr>
          <p:nvPr/>
        </p:nvPicPr>
        <p:blipFill>
          <a:blip r:embed="rId9">
            <a:extLst>
              <a:ext uri="{28A0092B-C50C-407E-A947-70E740481C1C}">
                <a14:useLocalDpi xmlns:a14="http://schemas.microsoft.com/office/drawing/2010/main" val="0"/>
              </a:ext>
            </a:extLst>
          </a:blip>
          <a:srcRect t="4981" b="7110"/>
          <a:stretch>
            <a:fillRect/>
          </a:stretch>
        </p:blipFill>
        <p:spPr>
          <a:xfrm>
            <a:off x="12115800" y="4114800"/>
            <a:ext cx="7670111" cy="8091318"/>
          </a:xfrm>
          <a:prstGeom prst="rect">
            <a:avLst/>
          </a:prstGeom>
        </p:spPr>
      </p:pic>
    </p:spTree>
    <p:extLst>
      <p:ext uri="{BB962C8B-B14F-4D97-AF65-F5344CB8AC3E}">
        <p14:creationId xmlns:p14="http://schemas.microsoft.com/office/powerpoint/2010/main" val="11528172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3034</TotalTime>
  <Words>950</Words>
  <Application>Microsoft Macintosh PowerPoint</Application>
  <PresentationFormat>Custom</PresentationFormat>
  <Paragraphs>49</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Wingdings</vt:lpstr>
      <vt:lpstr>Office Theme</vt:lpstr>
      <vt:lpstr>PowerPoint Presentation</vt:lpstr>
    </vt:vector>
  </TitlesOfParts>
  <Company>Genigraphics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Genigraphics Research Poster Template 36x36</dc:title>
  <dc:creator>Jay Larson</dc:creator>
  <dc:description>Quality poster printing
www.genigraphics.com
1-800-790-4001</dc:description>
  <cp:lastModifiedBy>Brenner, Ravi</cp:lastModifiedBy>
  <cp:revision>88</cp:revision>
  <cp:lastPrinted>2013-02-12T02:21:55Z</cp:lastPrinted>
  <dcterms:created xsi:type="dcterms:W3CDTF">2013-02-10T21:14:48Z</dcterms:created>
  <dcterms:modified xsi:type="dcterms:W3CDTF">2025-11-17T15:45:32Z</dcterms:modified>
</cp:coreProperties>
</file>