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21945600" cy="32918400"/>
  <p:notesSz cx="7004050" cy="9290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20" d="100"/>
          <a:sy n="20" d="100"/>
        </p:scale>
        <p:origin x="2309" y="5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245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6C-4792-B52B-560C92F573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6C-4792-B52B-560C92F573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6C-4792-B52B-560C92F57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583040"/>
        <c:axId val="94584832"/>
      </c:barChart>
      <c:catAx>
        <c:axId val="945830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4584832"/>
        <c:crosses val="autoZero"/>
        <c:auto val="1"/>
        <c:lblAlgn val="ctr"/>
        <c:lblOffset val="100"/>
        <c:noMultiLvlLbl val="0"/>
      </c:catAx>
      <c:valAx>
        <c:axId val="94584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458304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A881E9-DDBD-9D1C-848C-759B711ACD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86DF2-AFEC-8DC9-77E3-0A3E7457C4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B582C-2CC0-4B80-AE07-643F9FF6B0D2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99CEB-E1B3-0C8D-E8A1-27E44131A5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780A0-AD31-48EA-0C0F-D862DB7D54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67163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66389-E12E-498D-AE08-0C073E9C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79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F3B7B-C834-4806-85FF-593E379045A3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57450" y="1162050"/>
            <a:ext cx="2089150" cy="3135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70400"/>
            <a:ext cx="5603875" cy="36591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163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86CFD-E46D-4BB1-8F7D-995ADD39C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4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FC7A-9EB0-CA1B-B450-7CA922C3C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0" y="5387342"/>
            <a:ext cx="16459200" cy="11460480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BDDC6-A990-DDAE-B055-E5D88DBB1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312AC-69B7-05B1-8F57-0DBCD528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926D9-6A49-8731-D911-565261A5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D43BD-EA47-9F69-1230-E60C099E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7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1069-190F-F659-FB8C-F0E5F414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B971-2C86-CCB5-B703-F301C92BD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A8F9B-3145-8072-9D0E-C8F8DCA7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FE344-66D7-C1D9-A1F0-2969E1C9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0AD41-0FA2-8A54-48AD-9501F1E2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4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C666-4B06-6FA5-BDA9-7A299246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0" y="8206745"/>
            <a:ext cx="18928080" cy="13693138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67B9-77F9-35F2-EA12-72FC3AD1D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330" y="22029425"/>
            <a:ext cx="18928080" cy="7200898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8AC8-D26A-E159-C43F-C0B1DEDA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065DD-882F-01C6-B953-9BAB68F5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401F3-CFE0-55C4-A450-73FFC97F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6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A0AB-517B-576C-1736-075D9512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60E6-F1D2-58F1-8E0E-AB686658D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386BA-74AC-A7EE-B2F3-076DA3A28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2943-3531-5C81-144F-D8BFB883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3A694-75B0-7EB9-BD9B-4F2AB0B2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C3D1C-3405-65C1-6B4F-839D96D3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1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AE5B-034D-74EB-330F-378940F8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8" y="1752603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E378C-A110-7444-9407-0836D51DA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619" y="8069582"/>
            <a:ext cx="9284017" cy="395477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D40F0-2B37-223C-BFE2-81AD57ECD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1619" y="12024360"/>
            <a:ext cx="928401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352C54-19E0-9AF1-C5F6-F2289AAB0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109960" y="8069582"/>
            <a:ext cx="9329738" cy="395477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DBE3D-A38F-5A05-D7C1-3F690BD2F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109960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B34E7-2BBF-7E66-7A3D-C43DBCB8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00E59-FE7D-DF26-3E01-35F3764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D0A20-8A5E-5EA7-6093-B0281D4F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23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0344-4F83-F90B-AC70-BC4917BA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42929-9546-627F-21D2-6218D8AB9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616E9-42B4-A18E-27D6-CFC06642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327D6-44A6-75A2-3968-252F6528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88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2BAA0-8B00-9D1A-E0CF-3ADA79CE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4FFDB-D905-27EB-76D1-AB33FAE4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3284A-EFF3-5C98-83FE-125DFE33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7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E1BF-966E-4A5D-5782-FAE1C30D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B145D-C8E0-3FA6-4092-52457129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9738" y="4739642"/>
            <a:ext cx="11109960" cy="23393400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16FB4-90B6-4929-3B89-61E8681F1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103C7-6A17-09F1-4581-248CCCA8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DA74D-C207-DB6F-4F19-5976AE83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ECF0C-DCE0-34E4-9345-9D8A390E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8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D6D5-BBC2-67EB-DD71-A700F16E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B1D25-9735-110C-8CA8-ADAB7DF48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29738" y="4739642"/>
            <a:ext cx="11109960" cy="23393400"/>
          </a:xfrm>
        </p:spPr>
        <p:txBody>
          <a:bodyPr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3269E-83F7-CCDD-8AB5-3163B03D1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EEFDF-4B4C-C222-F8EC-BDC4AB13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93FEE-4B81-D1CA-2EE6-36DA1A39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A1839-B865-C2E1-D27E-FA1F8EF3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64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9CC7-3CCA-4853-E81D-4C48A67A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B8B3-00AA-32F2-233A-8A7AE5EAF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EE5C1-6305-25FC-B40A-186CC0D0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CC02-8947-C07A-694E-551D4EBB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DD83-8238-4E84-F3DD-B10C7C52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2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B08E4-CF14-163E-3888-FBE311B1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704820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5F160-AE55-3CEC-A48D-3620DD64D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08760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CE6B6-271E-C0C5-F3FC-5F91978A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DA62A-CA72-B89C-9615-3225DC2C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26B84-6BE3-1CED-A15A-D31F7497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579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21518880" y="0"/>
            <a:ext cx="4267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sz="64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" y="0"/>
            <a:ext cx="426720" cy="3291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sz="64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21945600" cy="411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sz="640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28803600"/>
            <a:ext cx="21945600" cy="411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endParaRPr lang="en-US" sz="640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1" y="32613600"/>
            <a:ext cx="3531623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2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27CD6-FE6C-4D99-6902-B9F2DE0D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752603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2F58E-8567-A49A-B00C-7DE56D207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1A31C-4B81-8B99-928F-025517313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08760" y="30510482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11/9/2022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EC778-4A6A-1A2A-C9CD-C334DC7AF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69480" y="30510482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23738-A860-614A-D1A3-8ACAFDBE9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99080" y="30510482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0" y="0"/>
            <a:ext cx="21945600" cy="2802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342842" rIns="137137" bIns="342842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6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Public Health GIS Poster Template (title here)</a:t>
            </a:r>
          </a:p>
          <a:p>
            <a:pPr algn="ctr" eaLnBrk="1" hangingPunct="1"/>
            <a:r>
              <a:rPr lang="en-US" sz="6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Replace This Text With Your Title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313386" y="2351339"/>
            <a:ext cx="21945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7137" tIns="137137" rIns="137137" bIns="137137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You name here</a:t>
            </a:r>
            <a:endParaRPr lang="en-US" sz="40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Columbia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415" y="29857829"/>
            <a:ext cx="3037217" cy="22236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68568" tIns="34284" rIns="68568" bIns="34284" rtlCol="0">
            <a:spAutoFit/>
          </a:bodyPr>
          <a:lstStyle/>
          <a:p>
            <a:r>
              <a:rPr lang="en-US" sz="2800" dirty="0"/>
              <a:t>&lt;your name&gt;</a:t>
            </a:r>
          </a:p>
          <a:p>
            <a:r>
              <a:rPr lang="en-US" sz="2800" dirty="0"/>
              <a:t>&lt;your organization&gt;</a:t>
            </a:r>
          </a:p>
          <a:p>
            <a:r>
              <a:rPr lang="en-US" sz="2800" dirty="0"/>
              <a:t>Email:</a:t>
            </a:r>
          </a:p>
          <a:p>
            <a:r>
              <a:rPr lang="en-US" sz="2800" dirty="0"/>
              <a:t>Website:</a:t>
            </a:r>
          </a:p>
          <a:p>
            <a:r>
              <a:rPr lang="en-US" sz="2800" dirty="0"/>
              <a:t>Phone: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275" y="29246151"/>
            <a:ext cx="1937494" cy="746346"/>
          </a:xfrm>
          <a:prstGeom prst="rect">
            <a:avLst/>
          </a:prstGeom>
          <a:noFill/>
        </p:spPr>
        <p:txBody>
          <a:bodyPr wrap="none" lIns="68568" tIns="34284" rIns="68568" bIns="34284" rtlCol="0">
            <a:spAutoFit/>
          </a:bodyPr>
          <a:lstStyle/>
          <a:p>
            <a:r>
              <a:rPr lang="en-US" sz="4400" b="1" dirty="0"/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16666" y="29892848"/>
            <a:ext cx="14630400" cy="2194560"/>
          </a:xfrm>
          <a:prstGeom prst="rect">
            <a:avLst/>
          </a:prstGeom>
          <a:noFill/>
        </p:spPr>
        <p:txBody>
          <a:bodyPr wrap="square" lIns="68568" tIns="68568" rIns="68568" bIns="68568" numCol="1" spcCol="342842" rtlCol="0">
            <a:noAutofit/>
          </a:bodyPr>
          <a:lstStyle/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</a:t>
            </a:r>
          </a:p>
          <a:p>
            <a:pPr marL="342842" indent="-342842">
              <a:buFont typeface="+mj-lt"/>
              <a:buAutoNum type="arabicPeriod"/>
            </a:pPr>
            <a:r>
              <a:rPr lang="en-US" sz="1400" dirty="0"/>
              <a:t>  </a:t>
            </a:r>
          </a:p>
          <a:p>
            <a:pPr marL="342842" indent="-342842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11270946" y="29138470"/>
            <a:ext cx="2703473" cy="746346"/>
          </a:xfrm>
          <a:prstGeom prst="rect">
            <a:avLst/>
          </a:prstGeom>
          <a:noFill/>
        </p:spPr>
        <p:txBody>
          <a:bodyPr wrap="none" lIns="68568" tIns="34284" rIns="68568" bIns="34284" rtlCol="0">
            <a:spAutoFit/>
          </a:bodyPr>
          <a:lstStyle/>
          <a:p>
            <a:r>
              <a:rPr lang="en-US" sz="4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140824" y="5655225"/>
            <a:ext cx="9692640" cy="630937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Calibri" pitchFamily="34" charset="0"/>
              </a:rPr>
              <a:t>Click here to insert your Abstract text. Type it in or copy and paste from your Word document or other source.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This text box will automatically re-size to your text. To turn off that feature, right click inside this box and go to </a:t>
            </a:r>
            <a:r>
              <a:rPr lang="en-US" sz="2800" b="1" dirty="0">
                <a:latin typeface="Calibri" pitchFamily="34" charset="0"/>
              </a:rPr>
              <a:t>Format Shape, Text Box, Autofit</a:t>
            </a:r>
            <a:r>
              <a:rPr lang="en-US" sz="2800" dirty="0">
                <a:latin typeface="Calibri" pitchFamily="34" charset="0"/>
              </a:rPr>
              <a:t>, and select the “Do Not Autofit” radio button.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To change the font style of this text box: Click on the border once to highlight the entire text box, then select a different font or font size that suits you. This text is Calibri 28pt and is easily read up to 4 feet away on a 36x36 poster.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Zoom out to 100% to preview what this will look like on your printed poster.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0824" y="4996410"/>
            <a:ext cx="969264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Abstract/Background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140824" y="13138579"/>
            <a:ext cx="9692640" cy="803292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Calibri" pitchFamily="34" charset="0"/>
              </a:rPr>
              <a:t>Click here to insert your Results text. Type it in or copy and paste from your Word document or other source.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This text box will automatically re-size to your text. To turn off that feature, right click inside this box and go to </a:t>
            </a:r>
            <a:r>
              <a:rPr lang="en-US" sz="2800" b="1" dirty="0">
                <a:latin typeface="Calibri" pitchFamily="34" charset="0"/>
              </a:rPr>
              <a:t>Format Shape, Text Box, Autofit</a:t>
            </a:r>
            <a:r>
              <a:rPr lang="en-US" sz="2800" dirty="0">
                <a:latin typeface="Calibri" pitchFamily="34" charset="0"/>
              </a:rPr>
              <a:t>, and select the “Do Not Autofit” radio button.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To change the font style of this text box: Click on the border once to highlight the entire text box, then select a different font or font size that suits you. This text is Calibri 28pt and is easily read up to 4 feet away on a 36x36 poster.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Zoom out to 100% to preview what this will look like on your printed poster.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Speaking of Results, yours will look better if you remember to run a spell-check on your poster! After you’ve added your content click on </a:t>
            </a:r>
            <a:r>
              <a:rPr lang="en-US" sz="2800" b="1" dirty="0">
                <a:latin typeface="Calibri" pitchFamily="34" charset="0"/>
              </a:rPr>
              <a:t>Review</a:t>
            </a:r>
            <a:r>
              <a:rPr lang="en-US" sz="2800" dirty="0">
                <a:latin typeface="Calibri" pitchFamily="34" charset="0"/>
              </a:rPr>
              <a:t>, </a:t>
            </a:r>
            <a:r>
              <a:rPr lang="en-US" sz="2800" b="1" dirty="0">
                <a:latin typeface="Calibri" pitchFamily="34" charset="0"/>
              </a:rPr>
              <a:t>Spelling</a:t>
            </a:r>
            <a:r>
              <a:rPr lang="en-US" sz="2800" dirty="0">
                <a:latin typeface="Calibri" pitchFamily="34" charset="0"/>
              </a:rPr>
              <a:t>, or press F7.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1316666" y="13341371"/>
            <a:ext cx="9692640" cy="630937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Calibri" pitchFamily="34" charset="0"/>
              </a:rPr>
              <a:t>Click here to insert your Discussion text. Type it in or copy and paste from your Word document or other source.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This text box will automatically re-size to your text. To turn off that feature, right click inside this box and go to </a:t>
            </a:r>
            <a:r>
              <a:rPr lang="en-US" sz="2800" b="1" dirty="0">
                <a:latin typeface="Calibri" pitchFamily="34" charset="0"/>
              </a:rPr>
              <a:t>Format Shape, Text Box, Autofit</a:t>
            </a:r>
            <a:r>
              <a:rPr lang="en-US" sz="2800" dirty="0">
                <a:latin typeface="Calibri" pitchFamily="34" charset="0"/>
              </a:rPr>
              <a:t>, and select the “Do Not Autofit” radio button.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To change the font style of this text box: Click on the border once to highlight the entire text box, then select a different font or font size that suits you. This text is Calibri 28pt and is easily read up to 4 feet away on a 36x36 poster.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Zoom out to 100% to preview what this will look like on your printed poster.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16666" y="12669072"/>
            <a:ext cx="969264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Additional methods/Results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1316666" y="21171501"/>
            <a:ext cx="9692640" cy="630937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37137" tIns="137137" rIns="137137" bIns="137137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Calibri" pitchFamily="34" charset="0"/>
              </a:rPr>
              <a:t>Click here to insert your Conclusions text. Type it in or copy and paste from your Word document or other source.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This text box will automatically re-size to your text. To turn off that feature, right click inside this box and go to </a:t>
            </a:r>
            <a:r>
              <a:rPr lang="en-US" sz="2800" b="1" dirty="0">
                <a:latin typeface="Calibri" pitchFamily="34" charset="0"/>
              </a:rPr>
              <a:t>Format Shape, Text Box, Autofit</a:t>
            </a:r>
            <a:r>
              <a:rPr lang="en-US" sz="2800" dirty="0">
                <a:latin typeface="Calibri" pitchFamily="34" charset="0"/>
              </a:rPr>
              <a:t>, and select the “Do Not Autofit” radio button.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To change the font style of this text box: Click on the border once to highlight the entire text box, then select a different font or font size that suits you. This text is Calibri 28pt and is easily read up to 4 feet away on a 36x36 poster.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  <a:p>
            <a:pPr eaLnBrk="1" hangingPunct="1"/>
            <a:r>
              <a:rPr lang="en-US" sz="2800" dirty="0">
                <a:latin typeface="Calibri" pitchFamily="34" charset="0"/>
              </a:rPr>
              <a:t>Zoom out to 100% to preview what this will look like on your printed poster.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01426" y="20485701"/>
            <a:ext cx="969264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Discussion/Conclusions</a:t>
            </a:r>
          </a:p>
        </p:txBody>
      </p:sp>
      <p:graphicFrame>
        <p:nvGraphicFramePr>
          <p:cNvPr id="44" name="Content Placeholder 114" descr="Sample table with 4 columns, 7 rows." title="Sample Table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496019"/>
              </p:ext>
            </p:extLst>
          </p:nvPr>
        </p:nvGraphicFramePr>
        <p:xfrm>
          <a:off x="6590252" y="21986076"/>
          <a:ext cx="4243212" cy="33604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4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894"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Heading</a:t>
                      </a:r>
                    </a:p>
                  </a:txBody>
                  <a:tcPr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Heading</a:t>
                      </a:r>
                    </a:p>
                  </a:txBody>
                  <a:tcPr marT="34290" marB="3429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800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790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356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856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228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134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954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875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324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325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n-US" sz="2700" dirty="0"/>
                        <a:t>Item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199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dirty="0"/>
                        <a:t>137</a:t>
                      </a:r>
                    </a:p>
                  </a:txBody>
                  <a:tcPr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1168702" y="12647930"/>
            <a:ext cx="9692640" cy="685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Methods </a:t>
            </a:r>
          </a:p>
        </p:txBody>
      </p:sp>
      <p:sp>
        <p:nvSpPr>
          <p:cNvPr id="53" name="Text Box 180"/>
          <p:cNvSpPr txBox="1">
            <a:spLocks noChangeArrowheads="1"/>
          </p:cNvSpPr>
          <p:nvPr/>
        </p:nvSpPr>
        <p:spPr bwMode="auto">
          <a:xfrm>
            <a:off x="1323245" y="25999652"/>
            <a:ext cx="373664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677560094"/>
              </p:ext>
            </p:extLst>
          </p:nvPr>
        </p:nvGraphicFramePr>
        <p:xfrm>
          <a:off x="908959" y="21703770"/>
          <a:ext cx="5580307" cy="4193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Box 180"/>
          <p:cNvSpPr txBox="1">
            <a:spLocks noChangeArrowheads="1"/>
          </p:cNvSpPr>
          <p:nvPr/>
        </p:nvSpPr>
        <p:spPr bwMode="auto">
          <a:xfrm>
            <a:off x="14324695" y="11722387"/>
            <a:ext cx="3646103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Map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  <p:pic>
        <p:nvPicPr>
          <p:cNvPr id="1026" name="Picture 2" descr="Natural Color Generic Topographic Map Square Stock Illustration - Download  Image Now - Aerial View, Blue, Brown - iStock">
            <a:extLst>
              <a:ext uri="{FF2B5EF4-FFF2-40B4-BE49-F238E27FC236}">
                <a16:creationId xmlns:a16="http://schemas.microsoft.com/office/drawing/2014/main" id="{A3DD83F5-1F4F-0F69-4DAD-02A5E1B0B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9326" y="4965514"/>
            <a:ext cx="6747319" cy="674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80">
            <a:extLst>
              <a:ext uri="{FF2B5EF4-FFF2-40B4-BE49-F238E27FC236}">
                <a16:creationId xmlns:a16="http://schemas.microsoft.com/office/drawing/2014/main" id="{8DE6EEC0-E474-AA25-F16C-74DB86D6E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537" y="25934735"/>
            <a:ext cx="373664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latin typeface="Calibri" pitchFamily="34" charset="0"/>
              </a:rPr>
              <a:t>Table 1.</a:t>
            </a:r>
            <a:r>
              <a:rPr lang="en-US" sz="2400" dirty="0">
                <a:latin typeface="Calibri" pitchFamily="34" charset="0"/>
              </a:rPr>
              <a:t> Label in 24pt Calibri.</a:t>
            </a:r>
          </a:p>
        </p:txBody>
      </p:sp>
    </p:spTree>
    <p:extLst>
      <p:ext uri="{BB962C8B-B14F-4D97-AF65-F5344CB8AC3E}">
        <p14:creationId xmlns:p14="http://schemas.microsoft.com/office/powerpoint/2010/main" val="115281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2689</TotalTime>
  <Words>679</Words>
  <Application>Microsoft Office PowerPoint</Application>
  <PresentationFormat>Custom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36x36</dc:title>
  <dc:creator>Jay Larson</dc:creator>
  <dc:description>Quality poster printing
www.genigraphics.com
1-800-790-4001</dc:description>
  <cp:lastModifiedBy>Sabah Usmani</cp:lastModifiedBy>
  <cp:revision>80</cp:revision>
  <cp:lastPrinted>2013-02-12T02:21:55Z</cp:lastPrinted>
  <dcterms:created xsi:type="dcterms:W3CDTF">2013-02-10T21:14:48Z</dcterms:created>
  <dcterms:modified xsi:type="dcterms:W3CDTF">2022-11-09T22:20:54Z</dcterms:modified>
</cp:coreProperties>
</file>